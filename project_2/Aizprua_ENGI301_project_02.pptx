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sldGuideLst>
    </p:ext>
    <p:ext uri="GoogleSlidesCustomDataVersion2">
      <go:slidesCustomData xmlns:go="http://customooxmlschemas.google.com/" r:id="rId11" roundtripDataSignature="AMtx7mgl3T0f1z1C5Rdbc5gfGNrK5HlP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customschemas.google.com/relationships/presentationmetadata" Target="metadata"/><Relationship Id="rId10" Type="http://schemas.openxmlformats.org/officeDocument/2006/relationships/slide" Target="slides/slide4.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1: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9" name="Google Shape;7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321566f0535_0_402: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5" name="Google Shape;775;g321566f0535_0_4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21566f0535_0_787: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g321566f0535_0_7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5:notes"/>
          <p:cNvSpPr txBox="1"/>
          <p:nvPr>
            <p:ph idx="1" type="body"/>
          </p:nvPr>
        </p:nvSpPr>
        <p:spPr>
          <a:xfrm>
            <a:off x="685800" y="4400550"/>
            <a:ext cx="54864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7" name="Shape 67"/>
        <p:cNvGrpSpPr/>
        <p:nvPr/>
      </p:nvGrpSpPr>
      <p:grpSpPr>
        <a:xfrm>
          <a:off x="0" y="0"/>
          <a:ext cx="0" cy="0"/>
          <a:chOff x="0" y="0"/>
          <a:chExt cx="0" cy="0"/>
        </a:xfrm>
      </p:grpSpPr>
      <p:grpSp>
        <p:nvGrpSpPr>
          <p:cNvPr id="68" name="Google Shape;68;p8"/>
          <p:cNvGrpSpPr/>
          <p:nvPr/>
        </p:nvGrpSpPr>
        <p:grpSpPr>
          <a:xfrm>
            <a:off x="-1" y="0"/>
            <a:ext cx="12192002" cy="6858000"/>
            <a:chOff x="-1" y="0"/>
            <a:chExt cx="12192002" cy="6858000"/>
          </a:xfrm>
        </p:grpSpPr>
        <p:cxnSp>
          <p:nvCxnSpPr>
            <p:cNvPr id="69" name="Google Shape;69;p8"/>
            <p:cNvCxnSpPr/>
            <p:nvPr/>
          </p:nvCxnSpPr>
          <p:spPr>
            <a:xfrm>
              <a:off x="61019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0" name="Google Shape;70;p8"/>
            <p:cNvCxnSpPr/>
            <p:nvPr/>
          </p:nvCxnSpPr>
          <p:spPr>
            <a:xfrm>
              <a:off x="182933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1" name="Google Shape;71;p8"/>
            <p:cNvCxnSpPr/>
            <p:nvPr/>
          </p:nvCxnSpPr>
          <p:spPr>
            <a:xfrm>
              <a:off x="304847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2" name="Google Shape;72;p8"/>
            <p:cNvCxnSpPr/>
            <p:nvPr/>
          </p:nvCxnSpPr>
          <p:spPr>
            <a:xfrm>
              <a:off x="426760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3" name="Google Shape;73;p8"/>
            <p:cNvCxnSpPr/>
            <p:nvPr/>
          </p:nvCxnSpPr>
          <p:spPr>
            <a:xfrm>
              <a:off x="548674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4" name="Google Shape;74;p8"/>
            <p:cNvCxnSpPr/>
            <p:nvPr/>
          </p:nvCxnSpPr>
          <p:spPr>
            <a:xfrm>
              <a:off x="6705884"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5" name="Google Shape;75;p8"/>
            <p:cNvCxnSpPr/>
            <p:nvPr/>
          </p:nvCxnSpPr>
          <p:spPr>
            <a:xfrm>
              <a:off x="7925022"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6" name="Google Shape;76;p8"/>
            <p:cNvCxnSpPr/>
            <p:nvPr/>
          </p:nvCxnSpPr>
          <p:spPr>
            <a:xfrm>
              <a:off x="9144160"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7" name="Google Shape;77;p8"/>
            <p:cNvCxnSpPr/>
            <p:nvPr/>
          </p:nvCxnSpPr>
          <p:spPr>
            <a:xfrm>
              <a:off x="10363298"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8" name="Google Shape;78;p8"/>
            <p:cNvCxnSpPr/>
            <p:nvPr/>
          </p:nvCxnSpPr>
          <p:spPr>
            <a:xfrm>
              <a:off x="11582436" y="0"/>
              <a:ext cx="0"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79" name="Google Shape;79;p8"/>
            <p:cNvCxnSpPr/>
            <p:nvPr/>
          </p:nvCxnSpPr>
          <p:spPr>
            <a:xfrm>
              <a:off x="2819" y="38648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0" name="Google Shape;80;p8"/>
            <p:cNvCxnSpPr/>
            <p:nvPr/>
          </p:nvCxnSpPr>
          <p:spPr>
            <a:xfrm>
              <a:off x="2819" y="1611181"/>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1" name="Google Shape;81;p8"/>
            <p:cNvCxnSpPr/>
            <p:nvPr/>
          </p:nvCxnSpPr>
          <p:spPr>
            <a:xfrm>
              <a:off x="2819" y="2835877"/>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2" name="Google Shape;82;p8"/>
            <p:cNvCxnSpPr/>
            <p:nvPr/>
          </p:nvCxnSpPr>
          <p:spPr>
            <a:xfrm>
              <a:off x="2819" y="4060573"/>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3" name="Google Shape;83;p8"/>
            <p:cNvCxnSpPr/>
            <p:nvPr/>
          </p:nvCxnSpPr>
          <p:spPr>
            <a:xfrm>
              <a:off x="2819" y="5285269"/>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4" name="Google Shape;84;p8"/>
            <p:cNvCxnSpPr/>
            <p:nvPr/>
          </p:nvCxnSpPr>
          <p:spPr>
            <a:xfrm>
              <a:off x="2819" y="6509965"/>
              <a:ext cx="12188952" cy="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85" name="Google Shape;85;p8"/>
            <p:cNvGrpSpPr/>
            <p:nvPr/>
          </p:nvGrpSpPr>
          <p:grpSpPr>
            <a:xfrm>
              <a:off x="-1" y="0"/>
              <a:ext cx="12192001" cy="6858000"/>
              <a:chOff x="-1" y="0"/>
              <a:chExt cx="12192001" cy="6858000"/>
            </a:xfrm>
          </p:grpSpPr>
          <p:cxnSp>
            <p:nvCxnSpPr>
              <p:cNvPr id="86" name="Google Shape;86;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7" name="Google Shape;87;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8" name="Google Shape;88;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89" name="Google Shape;89;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0" name="Google Shape;90;p8"/>
              <p:cNvCxnSpPr/>
              <p:nvPr/>
            </p:nvCxnSpPr>
            <p:spPr>
              <a:xfrm>
                <a:off x="510650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91" name="Google Shape;91;p8"/>
              <p:cNvGrpSpPr/>
              <p:nvPr/>
            </p:nvGrpSpPr>
            <p:grpSpPr>
              <a:xfrm>
                <a:off x="6327885" y="0"/>
                <a:ext cx="5864115" cy="5898673"/>
                <a:chOff x="6327885" y="0"/>
                <a:chExt cx="5864115" cy="5898673"/>
              </a:xfrm>
            </p:grpSpPr>
            <p:cxnSp>
              <p:nvCxnSpPr>
                <p:cNvPr id="92" name="Google Shape;92;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3" name="Google Shape;93;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4" name="Google Shape;94;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5" name="Google Shape;95;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6" name="Google Shape;96;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97" name="Google Shape;97;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8" name="Google Shape;98;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99" name="Google Shape;99;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0" name="Google Shape;100;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1" name="Google Shape;101;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nvGrpSpPr>
            <p:cNvPr id="102" name="Google Shape;102;p8"/>
            <p:cNvGrpSpPr/>
            <p:nvPr/>
          </p:nvGrpSpPr>
          <p:grpSpPr>
            <a:xfrm flipH="1">
              <a:off x="0" y="0"/>
              <a:ext cx="12192001" cy="6858000"/>
              <a:chOff x="-1" y="0"/>
              <a:chExt cx="12192001" cy="6858000"/>
            </a:xfrm>
          </p:grpSpPr>
          <p:cxnSp>
            <p:nvCxnSpPr>
              <p:cNvPr id="103" name="Google Shape;103;p8"/>
              <p:cNvCxnSpPr/>
              <p:nvPr/>
            </p:nvCxnSpPr>
            <p:spPr>
              <a:xfrm>
                <a:off x="225425"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4" name="Google Shape;104;p8"/>
              <p:cNvCxnSpPr/>
              <p:nvPr/>
            </p:nvCxnSpPr>
            <p:spPr>
              <a:xfrm>
                <a:off x="144915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5" name="Google Shape;105;p8"/>
              <p:cNvCxnSpPr/>
              <p:nvPr/>
            </p:nvCxnSpPr>
            <p:spPr>
              <a:xfrm>
                <a:off x="2665982"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6" name="Google Shape;106;p8"/>
              <p:cNvCxnSpPr/>
              <p:nvPr/>
            </p:nvCxnSpPr>
            <p:spPr>
              <a:xfrm>
                <a:off x="3885119"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07" name="Google Shape;107;p8"/>
              <p:cNvCxnSpPr/>
              <p:nvPr/>
            </p:nvCxnSpPr>
            <p:spPr>
              <a:xfrm>
                <a:off x="5150644" y="0"/>
                <a:ext cx="6815931" cy="6858000"/>
              </a:xfrm>
              <a:prstGeom prst="straightConnector1">
                <a:avLst/>
              </a:prstGeom>
              <a:noFill/>
              <a:ln cap="flat" cmpd="sng" w="9525">
                <a:solidFill>
                  <a:srgbClr val="D8D8D8">
                    <a:alpha val="34901"/>
                  </a:srgbClr>
                </a:solidFill>
                <a:prstDash val="solid"/>
                <a:miter lim="800000"/>
                <a:headEnd len="sm" w="sm" type="none"/>
                <a:tailEnd len="sm" w="sm" type="none"/>
              </a:ln>
            </p:spPr>
          </p:cxnSp>
          <p:grpSp>
            <p:nvGrpSpPr>
              <p:cNvPr id="108" name="Google Shape;108;p8"/>
              <p:cNvGrpSpPr/>
              <p:nvPr/>
            </p:nvGrpSpPr>
            <p:grpSpPr>
              <a:xfrm>
                <a:off x="6327885" y="0"/>
                <a:ext cx="5864115" cy="5898673"/>
                <a:chOff x="6327885" y="0"/>
                <a:chExt cx="5864115" cy="5898673"/>
              </a:xfrm>
            </p:grpSpPr>
            <p:cxnSp>
              <p:nvCxnSpPr>
                <p:cNvPr id="109" name="Google Shape;109;p8"/>
                <p:cNvCxnSpPr/>
                <p:nvPr/>
              </p:nvCxnSpPr>
              <p:spPr>
                <a:xfrm>
                  <a:off x="6327885" y="0"/>
                  <a:ext cx="5864115" cy="5898673"/>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0" name="Google Shape;110;p8"/>
                <p:cNvCxnSpPr/>
                <p:nvPr/>
              </p:nvCxnSpPr>
              <p:spPr>
                <a:xfrm>
                  <a:off x="7549268" y="0"/>
                  <a:ext cx="4642732" cy="467242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1" name="Google Shape;111;p8"/>
                <p:cNvCxnSpPr/>
                <p:nvPr/>
              </p:nvCxnSpPr>
              <p:spPr>
                <a:xfrm>
                  <a:off x="8772997" y="0"/>
                  <a:ext cx="3419003" cy="34567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2" name="Google Shape;112;p8"/>
                <p:cNvCxnSpPr/>
                <p:nvPr/>
              </p:nvCxnSpPr>
              <p:spPr>
                <a:xfrm>
                  <a:off x="9982200" y="0"/>
                  <a:ext cx="2209800" cy="222646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3" name="Google Shape;113;p8"/>
                <p:cNvCxnSpPr/>
                <p:nvPr/>
              </p:nvCxnSpPr>
              <p:spPr>
                <a:xfrm>
                  <a:off x="11199019" y="0"/>
                  <a:ext cx="992981" cy="1002506"/>
                </a:xfrm>
                <a:prstGeom prst="straightConnector1">
                  <a:avLst/>
                </a:prstGeom>
                <a:noFill/>
                <a:ln cap="flat" cmpd="sng" w="9525">
                  <a:solidFill>
                    <a:srgbClr val="D8D8D8">
                      <a:alpha val="34901"/>
                    </a:srgbClr>
                  </a:solidFill>
                  <a:prstDash val="solid"/>
                  <a:miter lim="800000"/>
                  <a:headEnd len="sm" w="sm" type="none"/>
                  <a:tailEnd len="sm" w="sm" type="none"/>
                </a:ln>
              </p:spPr>
            </p:cxnSp>
          </p:grpSp>
          <p:cxnSp>
            <p:nvCxnSpPr>
              <p:cNvPr id="114" name="Google Shape;114;p8"/>
              <p:cNvCxnSpPr/>
              <p:nvPr/>
            </p:nvCxnSpPr>
            <p:spPr>
              <a:xfrm rot="10800000">
                <a:off x="-1" y="1012053"/>
                <a:ext cx="5828811" cy="5845945"/>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5" name="Google Shape;115;p8"/>
              <p:cNvCxnSpPr/>
              <p:nvPr/>
            </p:nvCxnSpPr>
            <p:spPr>
              <a:xfrm rot="10800000">
                <a:off x="-1" y="2227340"/>
                <a:ext cx="4614781" cy="4630658"/>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6" name="Google Shape;116;p8"/>
              <p:cNvCxnSpPr/>
              <p:nvPr/>
            </p:nvCxnSpPr>
            <p:spPr>
              <a:xfrm rot="10800000">
                <a:off x="-1" y="3432149"/>
                <a:ext cx="3398419" cy="3425849"/>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7" name="Google Shape;117;p8"/>
              <p:cNvCxnSpPr/>
              <p:nvPr/>
            </p:nvCxnSpPr>
            <p:spPr>
              <a:xfrm rot="10800000">
                <a:off x="-1" y="4651431"/>
                <a:ext cx="2196496" cy="2206567"/>
              </a:xfrm>
              <a:prstGeom prst="straightConnector1">
                <a:avLst/>
              </a:prstGeom>
              <a:noFill/>
              <a:ln cap="flat" cmpd="sng" w="9525">
                <a:solidFill>
                  <a:srgbClr val="D8D8D8">
                    <a:alpha val="34901"/>
                  </a:srgbClr>
                </a:solidFill>
                <a:prstDash val="solid"/>
                <a:miter lim="800000"/>
                <a:headEnd len="sm" w="sm" type="none"/>
                <a:tailEnd len="sm" w="sm" type="none"/>
              </a:ln>
            </p:spPr>
          </p:cxnSp>
          <p:cxnSp>
            <p:nvCxnSpPr>
              <p:cNvPr id="118" name="Google Shape;118;p8"/>
              <p:cNvCxnSpPr/>
              <p:nvPr/>
            </p:nvCxnSpPr>
            <p:spPr>
              <a:xfrm rot="10800000">
                <a:off x="-1" y="5864453"/>
                <a:ext cx="987003" cy="993545"/>
              </a:xfrm>
              <a:prstGeom prst="straightConnector1">
                <a:avLst/>
              </a:prstGeom>
              <a:noFill/>
              <a:ln cap="flat" cmpd="sng" w="9525">
                <a:solidFill>
                  <a:srgbClr val="D8D8D8">
                    <a:alpha val="34901"/>
                  </a:srgbClr>
                </a:solidFill>
                <a:prstDash val="solid"/>
                <a:miter lim="800000"/>
                <a:headEnd len="sm" w="sm" type="none"/>
                <a:tailEnd len="sm" w="sm" type="none"/>
              </a:ln>
            </p:spPr>
          </p:cxnSp>
        </p:grpSp>
      </p:grpSp>
      <p:sp>
        <p:nvSpPr>
          <p:cNvPr id="119" name="Google Shape;119;p8"/>
          <p:cNvSpPr txBox="1"/>
          <p:nvPr>
            <p:ph type="ctrTitle"/>
          </p:nvPr>
        </p:nvSpPr>
        <p:spPr>
          <a:xfrm>
            <a:off x="1293845" y="1909346"/>
            <a:ext cx="9604310" cy="3383280"/>
          </a:xfrm>
          <a:prstGeom prst="rect">
            <a:avLst/>
          </a:prstGeom>
          <a:noFill/>
          <a:ln>
            <a:noFill/>
          </a:ln>
        </p:spPr>
        <p:txBody>
          <a:bodyPr anchorCtr="0" anchor="b" bIns="45700" lIns="91425" spcFirstLastPara="1" rIns="91425" wrap="square" tIns="45700">
            <a:normAutofit/>
          </a:bodyPr>
          <a:lstStyle>
            <a:lvl1pPr lvl="0" algn="l">
              <a:lnSpc>
                <a:spcPct val="76000"/>
              </a:lnSpc>
              <a:spcBef>
                <a:spcPts val="0"/>
              </a:spcBef>
              <a:spcAft>
                <a:spcPts val="0"/>
              </a:spcAft>
              <a:buClr>
                <a:schemeClr val="dk1"/>
              </a:buClr>
              <a:buSzPts val="8000"/>
              <a:buFont typeface="Arial"/>
              <a:buNone/>
              <a:defRPr sz="8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8"/>
          <p:cNvSpPr txBox="1"/>
          <p:nvPr>
            <p:ph idx="1" type="subTitle"/>
          </p:nvPr>
        </p:nvSpPr>
        <p:spPr>
          <a:xfrm>
            <a:off x="1293845" y="5432564"/>
            <a:ext cx="9604310" cy="457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b="0" sz="2000">
                <a:solidFill>
                  <a:srgbClr val="266F8B"/>
                </a:solidFill>
              </a:defRPr>
            </a:lvl1pPr>
            <a:lvl2pPr lvl="1" algn="ctr">
              <a:lnSpc>
                <a:spcPct val="90000"/>
              </a:lnSpc>
              <a:spcBef>
                <a:spcPts val="1200"/>
              </a:spcBef>
              <a:spcAft>
                <a:spcPts val="0"/>
              </a:spcAft>
              <a:buSzPts val="2000"/>
              <a:buNone/>
              <a:defRPr sz="2000"/>
            </a:lvl2pPr>
            <a:lvl3pPr lvl="2" algn="ctr">
              <a:lnSpc>
                <a:spcPct val="90000"/>
              </a:lnSpc>
              <a:spcBef>
                <a:spcPts val="800"/>
              </a:spcBef>
              <a:spcAft>
                <a:spcPts val="0"/>
              </a:spcAft>
              <a:buSzPts val="1800"/>
              <a:buNone/>
              <a:defRPr sz="1800"/>
            </a:lvl3pPr>
            <a:lvl4pPr lvl="3" algn="ctr">
              <a:lnSpc>
                <a:spcPct val="90000"/>
              </a:lnSpc>
              <a:spcBef>
                <a:spcPts val="800"/>
              </a:spcBef>
              <a:spcAft>
                <a:spcPts val="0"/>
              </a:spcAft>
              <a:buSzPts val="1600"/>
              <a:buNone/>
              <a:defRPr sz="1600"/>
            </a:lvl4pPr>
            <a:lvl5pPr lvl="4" algn="ctr">
              <a:lnSpc>
                <a:spcPct val="90000"/>
              </a:lnSpc>
              <a:spcBef>
                <a:spcPts val="600"/>
              </a:spcBef>
              <a:spcAft>
                <a:spcPts val="0"/>
              </a:spcAft>
              <a:buSzPts val="1600"/>
              <a:buNone/>
              <a:defRPr sz="1600"/>
            </a:lvl5pPr>
            <a:lvl6pPr lvl="5" algn="ctr">
              <a:lnSpc>
                <a:spcPct val="90000"/>
              </a:lnSpc>
              <a:spcBef>
                <a:spcPts val="600"/>
              </a:spcBef>
              <a:spcAft>
                <a:spcPts val="0"/>
              </a:spcAft>
              <a:buSzPts val="1600"/>
              <a:buNone/>
              <a:defRPr sz="1600"/>
            </a:lvl6pPr>
            <a:lvl7pPr lvl="6" algn="ctr">
              <a:lnSpc>
                <a:spcPct val="90000"/>
              </a:lnSpc>
              <a:spcBef>
                <a:spcPts val="600"/>
              </a:spcBef>
              <a:spcAft>
                <a:spcPts val="0"/>
              </a:spcAft>
              <a:buSzPts val="1600"/>
              <a:buNone/>
              <a:defRPr sz="1600"/>
            </a:lvl7pPr>
            <a:lvl8pPr lvl="7" algn="ctr">
              <a:lnSpc>
                <a:spcPct val="90000"/>
              </a:lnSpc>
              <a:spcBef>
                <a:spcPts val="600"/>
              </a:spcBef>
              <a:spcAft>
                <a:spcPts val="0"/>
              </a:spcAft>
              <a:buSzPts val="1600"/>
              <a:buNone/>
              <a:defRPr sz="1600"/>
            </a:lvl8pPr>
            <a:lvl9pPr lvl="8" algn="ctr">
              <a:lnSpc>
                <a:spcPct val="90000"/>
              </a:lnSpc>
              <a:spcBef>
                <a:spcPts val="600"/>
              </a:spcBef>
              <a:spcAft>
                <a:spcPts val="0"/>
              </a:spcAft>
              <a:buSzPts val="1600"/>
              <a:buNone/>
              <a:defRPr sz="1600"/>
            </a:lvl9pPr>
          </a:lstStyle>
          <a:p/>
        </p:txBody>
      </p:sp>
      <p:cxnSp>
        <p:nvCxnSpPr>
          <p:cNvPr id="121" name="Google Shape;121;p8"/>
          <p:cNvCxnSpPr/>
          <p:nvPr/>
        </p:nvCxnSpPr>
        <p:spPr>
          <a:xfrm>
            <a:off x="1295400" y="5294175"/>
            <a:ext cx="96012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2" name="Shape 122"/>
        <p:cNvGrpSpPr/>
        <p:nvPr/>
      </p:nvGrpSpPr>
      <p:grpSpPr>
        <a:xfrm>
          <a:off x="0" y="0"/>
          <a:ext cx="0" cy="0"/>
          <a:chOff x="0" y="0"/>
          <a:chExt cx="0" cy="0"/>
        </a:xfrm>
      </p:grpSpPr>
      <p:sp>
        <p:nvSpPr>
          <p:cNvPr id="123" name="Google Shape;123;p9"/>
          <p:cNvSpPr txBox="1"/>
          <p:nvPr>
            <p:ph type="title"/>
          </p:nvPr>
        </p:nvSpPr>
        <p:spPr>
          <a:xfrm>
            <a:off x="609600" y="228600"/>
            <a:ext cx="10972800" cy="91440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9"/>
          <p:cNvSpPr txBox="1"/>
          <p:nvPr>
            <p:ph idx="1" type="body"/>
          </p:nvPr>
        </p:nvSpPr>
        <p:spPr>
          <a:xfrm>
            <a:off x="609600" y="1295400"/>
            <a:ext cx="10972800" cy="472439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125" name="Google Shape;125;p9"/>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9"/>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9"/>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297694"/>
            </a:gs>
            <a:gs pos="100000">
              <a:srgbClr val="297694"/>
            </a:gs>
          </a:gsLst>
          <a:path path="circle">
            <a:fillToRect b="50%" l="50%" r="50%" t="50%"/>
          </a:path>
          <a:tileRect/>
        </a:gradFill>
      </p:bgPr>
    </p:bg>
    <p:spTree>
      <p:nvGrpSpPr>
        <p:cNvPr id="128" name="Shape 128"/>
        <p:cNvGrpSpPr/>
        <p:nvPr/>
      </p:nvGrpSpPr>
      <p:grpSpPr>
        <a:xfrm>
          <a:off x="0" y="0"/>
          <a:ext cx="0" cy="0"/>
          <a:chOff x="0" y="0"/>
          <a:chExt cx="0" cy="0"/>
        </a:xfrm>
      </p:grpSpPr>
      <p:grpSp>
        <p:nvGrpSpPr>
          <p:cNvPr id="129" name="Google Shape;129;p10"/>
          <p:cNvGrpSpPr/>
          <p:nvPr/>
        </p:nvGrpSpPr>
        <p:grpSpPr>
          <a:xfrm>
            <a:off x="-1" y="0"/>
            <a:ext cx="12192002" cy="6858000"/>
            <a:chOff x="-1" y="0"/>
            <a:chExt cx="12192002" cy="6858000"/>
          </a:xfrm>
        </p:grpSpPr>
        <p:cxnSp>
          <p:nvCxnSpPr>
            <p:cNvPr id="130" name="Google Shape;130;p10"/>
            <p:cNvCxnSpPr/>
            <p:nvPr/>
          </p:nvCxnSpPr>
          <p:spPr>
            <a:xfrm>
              <a:off x="610194"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1" name="Google Shape;131;p10"/>
            <p:cNvCxnSpPr/>
            <p:nvPr/>
          </p:nvCxnSpPr>
          <p:spPr>
            <a:xfrm>
              <a:off x="1829332"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2" name="Google Shape;132;p10"/>
            <p:cNvCxnSpPr/>
            <p:nvPr/>
          </p:nvCxnSpPr>
          <p:spPr>
            <a:xfrm>
              <a:off x="3048470"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3" name="Google Shape;133;p10"/>
            <p:cNvCxnSpPr/>
            <p:nvPr/>
          </p:nvCxnSpPr>
          <p:spPr>
            <a:xfrm>
              <a:off x="4267608"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4" name="Google Shape;134;p10"/>
            <p:cNvCxnSpPr/>
            <p:nvPr/>
          </p:nvCxnSpPr>
          <p:spPr>
            <a:xfrm>
              <a:off x="5486746"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5" name="Google Shape;135;p10"/>
            <p:cNvCxnSpPr/>
            <p:nvPr/>
          </p:nvCxnSpPr>
          <p:spPr>
            <a:xfrm>
              <a:off x="6705884"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6" name="Google Shape;136;p10"/>
            <p:cNvCxnSpPr/>
            <p:nvPr/>
          </p:nvCxnSpPr>
          <p:spPr>
            <a:xfrm>
              <a:off x="7925022"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7" name="Google Shape;137;p10"/>
            <p:cNvCxnSpPr/>
            <p:nvPr/>
          </p:nvCxnSpPr>
          <p:spPr>
            <a:xfrm>
              <a:off x="9144160"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8" name="Google Shape;138;p10"/>
            <p:cNvCxnSpPr/>
            <p:nvPr/>
          </p:nvCxnSpPr>
          <p:spPr>
            <a:xfrm>
              <a:off x="10363298"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39" name="Google Shape;139;p10"/>
            <p:cNvCxnSpPr/>
            <p:nvPr/>
          </p:nvCxnSpPr>
          <p:spPr>
            <a:xfrm>
              <a:off x="11582436"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0" name="Google Shape;140;p10"/>
            <p:cNvCxnSpPr/>
            <p:nvPr/>
          </p:nvCxnSpPr>
          <p:spPr>
            <a:xfrm>
              <a:off x="2819" y="386485"/>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1" name="Google Shape;141;p10"/>
            <p:cNvCxnSpPr/>
            <p:nvPr/>
          </p:nvCxnSpPr>
          <p:spPr>
            <a:xfrm>
              <a:off x="2819" y="1611181"/>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2" name="Google Shape;142;p10"/>
            <p:cNvCxnSpPr/>
            <p:nvPr/>
          </p:nvCxnSpPr>
          <p:spPr>
            <a:xfrm>
              <a:off x="2819" y="2835877"/>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3" name="Google Shape;143;p10"/>
            <p:cNvCxnSpPr/>
            <p:nvPr/>
          </p:nvCxnSpPr>
          <p:spPr>
            <a:xfrm>
              <a:off x="2819" y="4060573"/>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4" name="Google Shape;144;p10"/>
            <p:cNvCxnSpPr/>
            <p:nvPr/>
          </p:nvCxnSpPr>
          <p:spPr>
            <a:xfrm>
              <a:off x="2819" y="5285269"/>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5" name="Google Shape;145;p10"/>
            <p:cNvCxnSpPr/>
            <p:nvPr/>
          </p:nvCxnSpPr>
          <p:spPr>
            <a:xfrm>
              <a:off x="2819" y="6509965"/>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146" name="Google Shape;146;p10"/>
            <p:cNvGrpSpPr/>
            <p:nvPr/>
          </p:nvGrpSpPr>
          <p:grpSpPr>
            <a:xfrm>
              <a:off x="-1" y="0"/>
              <a:ext cx="12192001" cy="6858000"/>
              <a:chOff x="-1" y="0"/>
              <a:chExt cx="12192001" cy="6858000"/>
            </a:xfrm>
          </p:grpSpPr>
          <p:cxnSp>
            <p:nvCxnSpPr>
              <p:cNvPr id="147" name="Google Shape;147;p10"/>
              <p:cNvCxnSpPr/>
              <p:nvPr/>
            </p:nvCxnSpPr>
            <p:spPr>
              <a:xfrm>
                <a:off x="225425"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8" name="Google Shape;148;p10"/>
              <p:cNvCxnSpPr/>
              <p:nvPr/>
            </p:nvCxnSpPr>
            <p:spPr>
              <a:xfrm>
                <a:off x="144915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49" name="Google Shape;149;p10"/>
              <p:cNvCxnSpPr/>
              <p:nvPr/>
            </p:nvCxnSpPr>
            <p:spPr>
              <a:xfrm>
                <a:off x="266598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50" name="Google Shape;150;p10"/>
              <p:cNvCxnSpPr/>
              <p:nvPr/>
            </p:nvCxnSpPr>
            <p:spPr>
              <a:xfrm>
                <a:off x="3885119"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51" name="Google Shape;151;p10"/>
              <p:cNvCxnSpPr/>
              <p:nvPr/>
            </p:nvCxnSpPr>
            <p:spPr>
              <a:xfrm>
                <a:off x="510650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152" name="Google Shape;152;p10"/>
              <p:cNvGrpSpPr/>
              <p:nvPr/>
            </p:nvGrpSpPr>
            <p:grpSpPr>
              <a:xfrm>
                <a:off x="6327885" y="0"/>
                <a:ext cx="5864115" cy="5898673"/>
                <a:chOff x="6327885" y="0"/>
                <a:chExt cx="5864115" cy="5898673"/>
              </a:xfrm>
            </p:grpSpPr>
            <p:cxnSp>
              <p:nvCxnSpPr>
                <p:cNvPr id="153" name="Google Shape;153;p10"/>
                <p:cNvCxnSpPr/>
                <p:nvPr/>
              </p:nvCxnSpPr>
              <p:spPr>
                <a:xfrm>
                  <a:off x="6327885" y="0"/>
                  <a:ext cx="5864115" cy="5898673"/>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54" name="Google Shape;154;p10"/>
                <p:cNvCxnSpPr/>
                <p:nvPr/>
              </p:nvCxnSpPr>
              <p:spPr>
                <a:xfrm>
                  <a:off x="7549268" y="0"/>
                  <a:ext cx="4642732" cy="467242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55" name="Google Shape;155;p10"/>
                <p:cNvCxnSpPr/>
                <p:nvPr/>
              </p:nvCxnSpPr>
              <p:spPr>
                <a:xfrm>
                  <a:off x="8772997" y="0"/>
                  <a:ext cx="3419003" cy="34567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56" name="Google Shape;156;p10"/>
                <p:cNvCxnSpPr/>
                <p:nvPr/>
              </p:nvCxnSpPr>
              <p:spPr>
                <a:xfrm>
                  <a:off x="9982200" y="0"/>
                  <a:ext cx="2209800" cy="222646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57" name="Google Shape;157;p10"/>
                <p:cNvCxnSpPr/>
                <p:nvPr/>
              </p:nvCxnSpPr>
              <p:spPr>
                <a:xfrm>
                  <a:off x="11199019" y="0"/>
                  <a:ext cx="992981" cy="1002506"/>
                </a:xfrm>
                <a:prstGeom prst="straightConnector1">
                  <a:avLst/>
                </a:prstGeom>
                <a:noFill/>
                <a:ln cap="flat" cmpd="sng" w="9525">
                  <a:solidFill>
                    <a:srgbClr val="266F8B">
                      <a:alpha val="24705"/>
                    </a:srgbClr>
                  </a:solidFill>
                  <a:prstDash val="solid"/>
                  <a:miter lim="800000"/>
                  <a:headEnd len="sm" w="sm" type="none"/>
                  <a:tailEnd len="sm" w="sm" type="none"/>
                </a:ln>
              </p:spPr>
            </p:cxnSp>
          </p:grpSp>
          <p:cxnSp>
            <p:nvCxnSpPr>
              <p:cNvPr id="158" name="Google Shape;158;p10"/>
              <p:cNvCxnSpPr/>
              <p:nvPr/>
            </p:nvCxnSpPr>
            <p:spPr>
              <a:xfrm rot="10800000">
                <a:off x="-1" y="1012053"/>
                <a:ext cx="5828811" cy="584594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59" name="Google Shape;159;p10"/>
              <p:cNvCxnSpPr/>
              <p:nvPr/>
            </p:nvCxnSpPr>
            <p:spPr>
              <a:xfrm rot="10800000">
                <a:off x="-1" y="2227340"/>
                <a:ext cx="4614781" cy="4630658"/>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60" name="Google Shape;160;p10"/>
              <p:cNvCxnSpPr/>
              <p:nvPr/>
            </p:nvCxnSpPr>
            <p:spPr>
              <a:xfrm rot="10800000">
                <a:off x="-1" y="3432149"/>
                <a:ext cx="3398419" cy="34258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61" name="Google Shape;161;p10"/>
              <p:cNvCxnSpPr/>
              <p:nvPr/>
            </p:nvCxnSpPr>
            <p:spPr>
              <a:xfrm rot="10800000">
                <a:off x="-1" y="4651431"/>
                <a:ext cx="2196496" cy="2206567"/>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62" name="Google Shape;162;p10"/>
              <p:cNvCxnSpPr/>
              <p:nvPr/>
            </p:nvCxnSpPr>
            <p:spPr>
              <a:xfrm rot="10800000">
                <a:off x="-1" y="5864453"/>
                <a:ext cx="987003" cy="993545"/>
              </a:xfrm>
              <a:prstGeom prst="straightConnector1">
                <a:avLst/>
              </a:prstGeom>
              <a:noFill/>
              <a:ln cap="flat" cmpd="sng" w="9525">
                <a:solidFill>
                  <a:srgbClr val="266F8B">
                    <a:alpha val="24705"/>
                  </a:srgbClr>
                </a:solidFill>
                <a:prstDash val="solid"/>
                <a:miter lim="800000"/>
                <a:headEnd len="sm" w="sm" type="none"/>
                <a:tailEnd len="sm" w="sm" type="none"/>
              </a:ln>
            </p:spPr>
          </p:cxnSp>
        </p:grpSp>
        <p:grpSp>
          <p:nvGrpSpPr>
            <p:cNvPr id="163" name="Google Shape;163;p10"/>
            <p:cNvGrpSpPr/>
            <p:nvPr/>
          </p:nvGrpSpPr>
          <p:grpSpPr>
            <a:xfrm flipH="1">
              <a:off x="0" y="0"/>
              <a:ext cx="12192001" cy="6858000"/>
              <a:chOff x="-1" y="0"/>
              <a:chExt cx="12192001" cy="6858000"/>
            </a:xfrm>
          </p:grpSpPr>
          <p:cxnSp>
            <p:nvCxnSpPr>
              <p:cNvPr id="164" name="Google Shape;164;p10"/>
              <p:cNvCxnSpPr/>
              <p:nvPr/>
            </p:nvCxnSpPr>
            <p:spPr>
              <a:xfrm>
                <a:off x="225425"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65" name="Google Shape;165;p10"/>
              <p:cNvCxnSpPr/>
              <p:nvPr/>
            </p:nvCxnSpPr>
            <p:spPr>
              <a:xfrm>
                <a:off x="144915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66" name="Google Shape;166;p10"/>
              <p:cNvCxnSpPr/>
              <p:nvPr/>
            </p:nvCxnSpPr>
            <p:spPr>
              <a:xfrm>
                <a:off x="266598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67" name="Google Shape;167;p10"/>
              <p:cNvCxnSpPr/>
              <p:nvPr/>
            </p:nvCxnSpPr>
            <p:spPr>
              <a:xfrm>
                <a:off x="3885119"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68" name="Google Shape;168;p10"/>
              <p:cNvCxnSpPr/>
              <p:nvPr/>
            </p:nvCxnSpPr>
            <p:spPr>
              <a:xfrm>
                <a:off x="515064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169" name="Google Shape;169;p10"/>
              <p:cNvGrpSpPr/>
              <p:nvPr/>
            </p:nvGrpSpPr>
            <p:grpSpPr>
              <a:xfrm>
                <a:off x="6327885" y="0"/>
                <a:ext cx="5864115" cy="5898673"/>
                <a:chOff x="6327885" y="0"/>
                <a:chExt cx="5864115" cy="5898673"/>
              </a:xfrm>
            </p:grpSpPr>
            <p:cxnSp>
              <p:nvCxnSpPr>
                <p:cNvPr id="170" name="Google Shape;170;p10"/>
                <p:cNvCxnSpPr/>
                <p:nvPr/>
              </p:nvCxnSpPr>
              <p:spPr>
                <a:xfrm>
                  <a:off x="6327885" y="0"/>
                  <a:ext cx="5864115" cy="5898673"/>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1" name="Google Shape;171;p10"/>
                <p:cNvCxnSpPr/>
                <p:nvPr/>
              </p:nvCxnSpPr>
              <p:spPr>
                <a:xfrm>
                  <a:off x="7549268" y="0"/>
                  <a:ext cx="4642732" cy="467242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2" name="Google Shape;172;p10"/>
                <p:cNvCxnSpPr/>
                <p:nvPr/>
              </p:nvCxnSpPr>
              <p:spPr>
                <a:xfrm>
                  <a:off x="8772997" y="0"/>
                  <a:ext cx="3419003" cy="34567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3" name="Google Shape;173;p10"/>
                <p:cNvCxnSpPr/>
                <p:nvPr/>
              </p:nvCxnSpPr>
              <p:spPr>
                <a:xfrm>
                  <a:off x="9982200" y="0"/>
                  <a:ext cx="2209800" cy="222646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4" name="Google Shape;174;p10"/>
                <p:cNvCxnSpPr/>
                <p:nvPr/>
              </p:nvCxnSpPr>
              <p:spPr>
                <a:xfrm>
                  <a:off x="11199019" y="0"/>
                  <a:ext cx="992981" cy="1002506"/>
                </a:xfrm>
                <a:prstGeom prst="straightConnector1">
                  <a:avLst/>
                </a:prstGeom>
                <a:noFill/>
                <a:ln cap="flat" cmpd="sng" w="9525">
                  <a:solidFill>
                    <a:srgbClr val="266F8B">
                      <a:alpha val="24705"/>
                    </a:srgbClr>
                  </a:solidFill>
                  <a:prstDash val="solid"/>
                  <a:miter lim="800000"/>
                  <a:headEnd len="sm" w="sm" type="none"/>
                  <a:tailEnd len="sm" w="sm" type="none"/>
                </a:ln>
              </p:spPr>
            </p:cxnSp>
          </p:grpSp>
          <p:cxnSp>
            <p:nvCxnSpPr>
              <p:cNvPr id="175" name="Google Shape;175;p10"/>
              <p:cNvCxnSpPr/>
              <p:nvPr/>
            </p:nvCxnSpPr>
            <p:spPr>
              <a:xfrm rot="10800000">
                <a:off x="-1" y="1012053"/>
                <a:ext cx="5828811" cy="584594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6" name="Google Shape;176;p10"/>
              <p:cNvCxnSpPr/>
              <p:nvPr/>
            </p:nvCxnSpPr>
            <p:spPr>
              <a:xfrm rot="10800000">
                <a:off x="-1" y="2227340"/>
                <a:ext cx="4614781" cy="4630658"/>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7" name="Google Shape;177;p10"/>
              <p:cNvCxnSpPr/>
              <p:nvPr/>
            </p:nvCxnSpPr>
            <p:spPr>
              <a:xfrm rot="10800000">
                <a:off x="-1" y="3432149"/>
                <a:ext cx="3398419" cy="34258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8" name="Google Shape;178;p10"/>
              <p:cNvCxnSpPr/>
              <p:nvPr/>
            </p:nvCxnSpPr>
            <p:spPr>
              <a:xfrm rot="10800000">
                <a:off x="-1" y="4651431"/>
                <a:ext cx="2196496" cy="2206567"/>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179" name="Google Shape;179;p10"/>
              <p:cNvCxnSpPr/>
              <p:nvPr/>
            </p:nvCxnSpPr>
            <p:spPr>
              <a:xfrm rot="10800000">
                <a:off x="-1" y="5864453"/>
                <a:ext cx="987003" cy="993545"/>
              </a:xfrm>
              <a:prstGeom prst="straightConnector1">
                <a:avLst/>
              </a:prstGeom>
              <a:noFill/>
              <a:ln cap="flat" cmpd="sng" w="9525">
                <a:solidFill>
                  <a:srgbClr val="266F8B">
                    <a:alpha val="24705"/>
                  </a:srgbClr>
                </a:solidFill>
                <a:prstDash val="solid"/>
                <a:miter lim="800000"/>
                <a:headEnd len="sm" w="sm" type="none"/>
                <a:tailEnd len="sm" w="sm" type="none"/>
              </a:ln>
            </p:spPr>
          </p:cxnSp>
        </p:grpSp>
      </p:grpSp>
      <p:sp>
        <p:nvSpPr>
          <p:cNvPr id="180" name="Google Shape;180;p10"/>
          <p:cNvSpPr txBox="1"/>
          <p:nvPr>
            <p:ph type="title"/>
          </p:nvPr>
        </p:nvSpPr>
        <p:spPr>
          <a:xfrm>
            <a:off x="1295400" y="2541573"/>
            <a:ext cx="9601200" cy="27432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000"/>
              <a:buFont typeface="Arial"/>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10"/>
          <p:cNvSpPr txBox="1"/>
          <p:nvPr>
            <p:ph idx="1" type="body"/>
          </p:nvPr>
        </p:nvSpPr>
        <p:spPr>
          <a:xfrm>
            <a:off x="1295400" y="5431536"/>
            <a:ext cx="960120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lt1"/>
                </a:solidFill>
              </a:defRPr>
            </a:lvl1pPr>
            <a:lvl2pPr indent="-228600" lvl="1" marL="914400" algn="l">
              <a:lnSpc>
                <a:spcPct val="90000"/>
              </a:lnSpc>
              <a:spcBef>
                <a:spcPts val="1200"/>
              </a:spcBef>
              <a:spcAft>
                <a:spcPts val="0"/>
              </a:spcAft>
              <a:buSzPts val="2000"/>
              <a:buNone/>
              <a:defRPr sz="2000"/>
            </a:lvl2pPr>
            <a:lvl3pPr indent="-228600" lvl="2" marL="1371600" algn="l">
              <a:lnSpc>
                <a:spcPct val="90000"/>
              </a:lnSpc>
              <a:spcBef>
                <a:spcPts val="800"/>
              </a:spcBef>
              <a:spcAft>
                <a:spcPts val="0"/>
              </a:spcAft>
              <a:buSzPts val="1800"/>
              <a:buNone/>
              <a:defRPr sz="1800"/>
            </a:lvl3pPr>
            <a:lvl4pPr indent="-228600" lvl="3" marL="1828800" algn="l">
              <a:lnSpc>
                <a:spcPct val="90000"/>
              </a:lnSpc>
              <a:spcBef>
                <a:spcPts val="800"/>
              </a:spcBef>
              <a:spcAft>
                <a:spcPts val="0"/>
              </a:spcAft>
              <a:buSzPts val="1600"/>
              <a:buNone/>
              <a:defRPr sz="1600"/>
            </a:lvl4pPr>
            <a:lvl5pPr indent="-228600" lvl="4" marL="2286000" algn="l">
              <a:lnSpc>
                <a:spcPct val="90000"/>
              </a:lnSpc>
              <a:spcBef>
                <a:spcPts val="600"/>
              </a:spcBef>
              <a:spcAft>
                <a:spcPts val="0"/>
              </a:spcAft>
              <a:buSzPts val="1600"/>
              <a:buNone/>
              <a:defRPr sz="1600"/>
            </a:lvl5pPr>
            <a:lvl6pPr indent="-228600" lvl="5" marL="2743200" algn="l">
              <a:lnSpc>
                <a:spcPct val="90000"/>
              </a:lnSpc>
              <a:spcBef>
                <a:spcPts val="600"/>
              </a:spcBef>
              <a:spcAft>
                <a:spcPts val="0"/>
              </a:spcAft>
              <a:buSzPts val="1600"/>
              <a:buNone/>
              <a:defRPr sz="1600"/>
            </a:lvl6pPr>
            <a:lvl7pPr indent="-228600" lvl="6" marL="3200400" algn="l">
              <a:lnSpc>
                <a:spcPct val="90000"/>
              </a:lnSpc>
              <a:spcBef>
                <a:spcPts val="600"/>
              </a:spcBef>
              <a:spcAft>
                <a:spcPts val="0"/>
              </a:spcAft>
              <a:buSzPts val="1600"/>
              <a:buNone/>
              <a:defRPr sz="1600"/>
            </a:lvl7pPr>
            <a:lvl8pPr indent="-228600" lvl="7" marL="3657600" algn="l">
              <a:lnSpc>
                <a:spcPct val="90000"/>
              </a:lnSpc>
              <a:spcBef>
                <a:spcPts val="600"/>
              </a:spcBef>
              <a:spcAft>
                <a:spcPts val="0"/>
              </a:spcAft>
              <a:buSzPts val="1600"/>
              <a:buNone/>
              <a:defRPr sz="1600"/>
            </a:lvl8pPr>
            <a:lvl9pPr indent="-228600" lvl="8" marL="4114800" algn="l">
              <a:lnSpc>
                <a:spcPct val="90000"/>
              </a:lnSpc>
              <a:spcBef>
                <a:spcPts val="600"/>
              </a:spcBef>
              <a:spcAft>
                <a:spcPts val="0"/>
              </a:spcAft>
              <a:buSzPts val="1600"/>
              <a:buNone/>
              <a:defRPr sz="1600"/>
            </a:lvl9pPr>
          </a:lstStyle>
          <a:p/>
        </p:txBody>
      </p:sp>
      <p:cxnSp>
        <p:nvCxnSpPr>
          <p:cNvPr id="182" name="Google Shape;182;p10"/>
          <p:cNvCxnSpPr/>
          <p:nvPr/>
        </p:nvCxnSpPr>
        <p:spPr>
          <a:xfrm>
            <a:off x="1295400" y="5294175"/>
            <a:ext cx="96012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p11"/>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11"/>
          <p:cNvSpPr txBox="1"/>
          <p:nvPr>
            <p:ph idx="1" type="body"/>
          </p:nvPr>
        </p:nvSpPr>
        <p:spPr>
          <a:xfrm>
            <a:off x="12954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6" name="Google Shape;186;p11"/>
          <p:cNvSpPr txBox="1"/>
          <p:nvPr>
            <p:ph idx="2" type="body"/>
          </p:nvPr>
        </p:nvSpPr>
        <p:spPr>
          <a:xfrm>
            <a:off x="6324600" y="1981199"/>
            <a:ext cx="4572000" cy="3810001"/>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187" name="Google Shape;187;p11"/>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11"/>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11"/>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p12"/>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12"/>
          <p:cNvSpPr txBox="1"/>
          <p:nvPr>
            <p:ph idx="1" type="body"/>
          </p:nvPr>
        </p:nvSpPr>
        <p:spPr>
          <a:xfrm>
            <a:off x="12954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3" name="Google Shape;193;p12"/>
          <p:cNvSpPr txBox="1"/>
          <p:nvPr>
            <p:ph idx="2" type="body"/>
          </p:nvPr>
        </p:nvSpPr>
        <p:spPr>
          <a:xfrm>
            <a:off x="12954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4" name="Google Shape;194;p12"/>
          <p:cNvSpPr txBox="1"/>
          <p:nvPr>
            <p:ph idx="3" type="body"/>
          </p:nvPr>
        </p:nvSpPr>
        <p:spPr>
          <a:xfrm>
            <a:off x="6324600" y="1818322"/>
            <a:ext cx="4572000" cy="64135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195" name="Google Shape;195;p12"/>
          <p:cNvSpPr txBox="1"/>
          <p:nvPr>
            <p:ph idx="4" type="body"/>
          </p:nvPr>
        </p:nvSpPr>
        <p:spPr>
          <a:xfrm>
            <a:off x="6324600" y="2503713"/>
            <a:ext cx="4572000" cy="328748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196" name="Google Shape;196;p12"/>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12"/>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12"/>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13"/>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13"/>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3"/>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3"/>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04" name="Shape 204"/>
        <p:cNvGrpSpPr/>
        <p:nvPr/>
      </p:nvGrpSpPr>
      <p:grpSpPr>
        <a:xfrm>
          <a:off x="0" y="0"/>
          <a:ext cx="0" cy="0"/>
          <a:chOff x="0" y="0"/>
          <a:chExt cx="0" cy="0"/>
        </a:xfrm>
      </p:grpSpPr>
      <p:grpSp>
        <p:nvGrpSpPr>
          <p:cNvPr id="205" name="Google Shape;205;p14"/>
          <p:cNvGrpSpPr/>
          <p:nvPr/>
        </p:nvGrpSpPr>
        <p:grpSpPr>
          <a:xfrm>
            <a:off x="-1" y="0"/>
            <a:ext cx="12192002" cy="6858000"/>
            <a:chOff x="-1" y="0"/>
            <a:chExt cx="12192002" cy="6858000"/>
          </a:xfrm>
        </p:grpSpPr>
        <p:cxnSp>
          <p:nvCxnSpPr>
            <p:cNvPr id="206" name="Google Shape;206;p14"/>
            <p:cNvCxnSpPr/>
            <p:nvPr/>
          </p:nvCxnSpPr>
          <p:spPr>
            <a:xfrm>
              <a:off x="61019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07" name="Google Shape;207;p14"/>
            <p:cNvCxnSpPr/>
            <p:nvPr/>
          </p:nvCxnSpPr>
          <p:spPr>
            <a:xfrm>
              <a:off x="182933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08" name="Google Shape;208;p14"/>
            <p:cNvCxnSpPr/>
            <p:nvPr/>
          </p:nvCxnSpPr>
          <p:spPr>
            <a:xfrm>
              <a:off x="304847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09" name="Google Shape;209;p14"/>
            <p:cNvCxnSpPr/>
            <p:nvPr/>
          </p:nvCxnSpPr>
          <p:spPr>
            <a:xfrm>
              <a:off x="426760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0" name="Google Shape;210;p14"/>
            <p:cNvCxnSpPr/>
            <p:nvPr/>
          </p:nvCxnSpPr>
          <p:spPr>
            <a:xfrm>
              <a:off x="548674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1" name="Google Shape;211;p14"/>
            <p:cNvCxnSpPr/>
            <p:nvPr/>
          </p:nvCxnSpPr>
          <p:spPr>
            <a:xfrm>
              <a:off x="6705884"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2" name="Google Shape;212;p14"/>
            <p:cNvCxnSpPr/>
            <p:nvPr/>
          </p:nvCxnSpPr>
          <p:spPr>
            <a:xfrm>
              <a:off x="7925022"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3" name="Google Shape;213;p14"/>
            <p:cNvCxnSpPr/>
            <p:nvPr/>
          </p:nvCxnSpPr>
          <p:spPr>
            <a:xfrm>
              <a:off x="9144160"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4" name="Google Shape;214;p14"/>
            <p:cNvCxnSpPr/>
            <p:nvPr/>
          </p:nvCxnSpPr>
          <p:spPr>
            <a:xfrm>
              <a:off x="10363298"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5" name="Google Shape;215;p14"/>
            <p:cNvCxnSpPr/>
            <p:nvPr/>
          </p:nvCxnSpPr>
          <p:spPr>
            <a:xfrm>
              <a:off x="11582436" y="0"/>
              <a:ext cx="0"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6" name="Google Shape;216;p14"/>
            <p:cNvCxnSpPr/>
            <p:nvPr/>
          </p:nvCxnSpPr>
          <p:spPr>
            <a:xfrm>
              <a:off x="2819" y="38648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7" name="Google Shape;217;p14"/>
            <p:cNvCxnSpPr/>
            <p:nvPr/>
          </p:nvCxnSpPr>
          <p:spPr>
            <a:xfrm>
              <a:off x="2819" y="1611181"/>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8" name="Google Shape;218;p14"/>
            <p:cNvCxnSpPr/>
            <p:nvPr/>
          </p:nvCxnSpPr>
          <p:spPr>
            <a:xfrm>
              <a:off x="2819" y="2835877"/>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19" name="Google Shape;219;p14"/>
            <p:cNvCxnSpPr/>
            <p:nvPr/>
          </p:nvCxnSpPr>
          <p:spPr>
            <a:xfrm>
              <a:off x="2819" y="4060573"/>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20" name="Google Shape;220;p14"/>
            <p:cNvCxnSpPr/>
            <p:nvPr/>
          </p:nvCxnSpPr>
          <p:spPr>
            <a:xfrm>
              <a:off x="2819" y="5285269"/>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21" name="Google Shape;221;p14"/>
            <p:cNvCxnSpPr/>
            <p:nvPr/>
          </p:nvCxnSpPr>
          <p:spPr>
            <a:xfrm>
              <a:off x="2819" y="6509965"/>
              <a:ext cx="12188952" cy="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222" name="Google Shape;222;p14"/>
            <p:cNvGrpSpPr/>
            <p:nvPr/>
          </p:nvGrpSpPr>
          <p:grpSpPr>
            <a:xfrm>
              <a:off x="-1" y="0"/>
              <a:ext cx="12192001" cy="6858000"/>
              <a:chOff x="-1" y="0"/>
              <a:chExt cx="12192001" cy="6858000"/>
            </a:xfrm>
          </p:grpSpPr>
          <p:cxnSp>
            <p:nvCxnSpPr>
              <p:cNvPr id="223" name="Google Shape;223;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24" name="Google Shape;224;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25" name="Google Shape;225;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26" name="Google Shape;226;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27" name="Google Shape;227;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228" name="Google Shape;228;p14"/>
              <p:cNvGrpSpPr/>
              <p:nvPr/>
            </p:nvGrpSpPr>
            <p:grpSpPr>
              <a:xfrm>
                <a:off x="6327885" y="0"/>
                <a:ext cx="5864115" cy="5898673"/>
                <a:chOff x="6327885" y="0"/>
                <a:chExt cx="5864115" cy="5898673"/>
              </a:xfrm>
            </p:grpSpPr>
            <p:cxnSp>
              <p:nvCxnSpPr>
                <p:cNvPr id="229" name="Google Shape;229;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0" name="Google Shape;230;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1" name="Google Shape;231;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2" name="Google Shape;232;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3" name="Google Shape;233;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234" name="Google Shape;234;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5" name="Google Shape;235;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6" name="Google Shape;236;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7" name="Google Shape;237;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38" name="Google Shape;238;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nvGrpSpPr>
            <p:cNvPr id="239" name="Google Shape;239;p14"/>
            <p:cNvGrpSpPr/>
            <p:nvPr/>
          </p:nvGrpSpPr>
          <p:grpSpPr>
            <a:xfrm flipH="1">
              <a:off x="0" y="0"/>
              <a:ext cx="12192001" cy="6858000"/>
              <a:chOff x="-1" y="0"/>
              <a:chExt cx="12192001" cy="6858000"/>
            </a:xfrm>
          </p:grpSpPr>
          <p:cxnSp>
            <p:nvCxnSpPr>
              <p:cNvPr id="240" name="Google Shape;240;p14"/>
              <p:cNvCxnSpPr/>
              <p:nvPr/>
            </p:nvCxnSpPr>
            <p:spPr>
              <a:xfrm>
                <a:off x="225425"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41" name="Google Shape;241;p14"/>
              <p:cNvCxnSpPr/>
              <p:nvPr/>
            </p:nvCxnSpPr>
            <p:spPr>
              <a:xfrm>
                <a:off x="1449154"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42" name="Google Shape;242;p14"/>
              <p:cNvCxnSpPr/>
              <p:nvPr/>
            </p:nvCxnSpPr>
            <p:spPr>
              <a:xfrm>
                <a:off x="266598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43" name="Google Shape;243;p14"/>
              <p:cNvCxnSpPr/>
              <p:nvPr/>
            </p:nvCxnSpPr>
            <p:spPr>
              <a:xfrm>
                <a:off x="3885119"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44" name="Google Shape;244;p14"/>
              <p:cNvCxnSpPr/>
              <p:nvPr/>
            </p:nvCxnSpPr>
            <p:spPr>
              <a:xfrm>
                <a:off x="5106502" y="0"/>
                <a:ext cx="6815931" cy="6858000"/>
              </a:xfrm>
              <a:prstGeom prst="straightConnector1">
                <a:avLst/>
              </a:prstGeom>
              <a:noFill/>
              <a:ln cap="flat" cmpd="sng" w="9525">
                <a:solidFill>
                  <a:srgbClr val="D8D8D8">
                    <a:alpha val="29803"/>
                  </a:srgbClr>
                </a:solidFill>
                <a:prstDash val="solid"/>
                <a:miter lim="800000"/>
                <a:headEnd len="sm" w="sm" type="none"/>
                <a:tailEnd len="sm" w="sm" type="none"/>
              </a:ln>
            </p:spPr>
          </p:cxnSp>
          <p:grpSp>
            <p:nvGrpSpPr>
              <p:cNvPr id="245" name="Google Shape;245;p14"/>
              <p:cNvGrpSpPr/>
              <p:nvPr/>
            </p:nvGrpSpPr>
            <p:grpSpPr>
              <a:xfrm>
                <a:off x="6327885" y="0"/>
                <a:ext cx="5864115" cy="5898673"/>
                <a:chOff x="6327885" y="0"/>
                <a:chExt cx="5864115" cy="5898673"/>
              </a:xfrm>
            </p:grpSpPr>
            <p:cxnSp>
              <p:nvCxnSpPr>
                <p:cNvPr id="246" name="Google Shape;246;p14"/>
                <p:cNvCxnSpPr/>
                <p:nvPr/>
              </p:nvCxnSpPr>
              <p:spPr>
                <a:xfrm>
                  <a:off x="6327885" y="0"/>
                  <a:ext cx="5864115" cy="5898673"/>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47" name="Google Shape;247;p14"/>
                <p:cNvCxnSpPr/>
                <p:nvPr/>
              </p:nvCxnSpPr>
              <p:spPr>
                <a:xfrm>
                  <a:off x="7549268" y="0"/>
                  <a:ext cx="4642732" cy="467242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48" name="Google Shape;248;p14"/>
                <p:cNvCxnSpPr/>
                <p:nvPr/>
              </p:nvCxnSpPr>
              <p:spPr>
                <a:xfrm>
                  <a:off x="8772997" y="0"/>
                  <a:ext cx="3419003" cy="34567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49" name="Google Shape;249;p14"/>
                <p:cNvCxnSpPr/>
                <p:nvPr/>
              </p:nvCxnSpPr>
              <p:spPr>
                <a:xfrm>
                  <a:off x="9982200" y="0"/>
                  <a:ext cx="2209800" cy="222646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50" name="Google Shape;250;p14"/>
                <p:cNvCxnSpPr/>
                <p:nvPr/>
              </p:nvCxnSpPr>
              <p:spPr>
                <a:xfrm>
                  <a:off x="11199019" y="0"/>
                  <a:ext cx="992981" cy="1002506"/>
                </a:xfrm>
                <a:prstGeom prst="straightConnector1">
                  <a:avLst/>
                </a:prstGeom>
                <a:noFill/>
                <a:ln cap="flat" cmpd="sng" w="9525">
                  <a:solidFill>
                    <a:srgbClr val="D8D8D8">
                      <a:alpha val="29803"/>
                    </a:srgbClr>
                  </a:solidFill>
                  <a:prstDash val="solid"/>
                  <a:miter lim="800000"/>
                  <a:headEnd len="sm" w="sm" type="none"/>
                  <a:tailEnd len="sm" w="sm" type="none"/>
                </a:ln>
              </p:spPr>
            </p:cxnSp>
          </p:grpSp>
          <p:cxnSp>
            <p:nvCxnSpPr>
              <p:cNvPr id="251" name="Google Shape;251;p14"/>
              <p:cNvCxnSpPr/>
              <p:nvPr/>
            </p:nvCxnSpPr>
            <p:spPr>
              <a:xfrm rot="10800000">
                <a:off x="-1" y="1012053"/>
                <a:ext cx="5828811" cy="5845945"/>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52" name="Google Shape;252;p14"/>
              <p:cNvCxnSpPr/>
              <p:nvPr/>
            </p:nvCxnSpPr>
            <p:spPr>
              <a:xfrm rot="10800000">
                <a:off x="-1" y="2227340"/>
                <a:ext cx="4614781" cy="4630658"/>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53" name="Google Shape;253;p14"/>
              <p:cNvCxnSpPr/>
              <p:nvPr/>
            </p:nvCxnSpPr>
            <p:spPr>
              <a:xfrm rot="10800000">
                <a:off x="-1" y="3432149"/>
                <a:ext cx="3398419" cy="3425849"/>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54" name="Google Shape;254;p14"/>
              <p:cNvCxnSpPr/>
              <p:nvPr/>
            </p:nvCxnSpPr>
            <p:spPr>
              <a:xfrm rot="10800000">
                <a:off x="-1" y="4651431"/>
                <a:ext cx="2196496" cy="2206567"/>
              </a:xfrm>
              <a:prstGeom prst="straightConnector1">
                <a:avLst/>
              </a:prstGeom>
              <a:noFill/>
              <a:ln cap="flat" cmpd="sng" w="9525">
                <a:solidFill>
                  <a:srgbClr val="D8D8D8">
                    <a:alpha val="29803"/>
                  </a:srgbClr>
                </a:solidFill>
                <a:prstDash val="solid"/>
                <a:miter lim="800000"/>
                <a:headEnd len="sm" w="sm" type="none"/>
                <a:tailEnd len="sm" w="sm" type="none"/>
              </a:ln>
            </p:spPr>
          </p:cxnSp>
          <p:cxnSp>
            <p:nvCxnSpPr>
              <p:cNvPr id="255" name="Google Shape;255;p14"/>
              <p:cNvCxnSpPr/>
              <p:nvPr/>
            </p:nvCxnSpPr>
            <p:spPr>
              <a:xfrm rot="10800000">
                <a:off x="-1" y="5864453"/>
                <a:ext cx="987003" cy="993545"/>
              </a:xfrm>
              <a:prstGeom prst="straightConnector1">
                <a:avLst/>
              </a:prstGeom>
              <a:noFill/>
              <a:ln cap="flat" cmpd="sng" w="9525">
                <a:solidFill>
                  <a:srgbClr val="D8D8D8">
                    <a:alpha val="29803"/>
                  </a:srgbClr>
                </a:solidFill>
                <a:prstDash val="solid"/>
                <a:miter lim="800000"/>
                <a:headEnd len="sm" w="sm" type="none"/>
                <a:tailEnd len="sm" w="sm" type="none"/>
              </a:ln>
            </p:spPr>
          </p:cxnSp>
        </p:grpSp>
      </p:grpSp>
      <p:sp>
        <p:nvSpPr>
          <p:cNvPr id="256" name="Google Shape;256;p14"/>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14"/>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8" name="Google Shape;258;p14"/>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297694"/>
            </a:gs>
          </a:gsLst>
          <a:path path="circle">
            <a:fillToRect b="50%" l="50%" r="50%" t="50%"/>
          </a:path>
          <a:tileRect/>
        </a:gradFill>
      </p:bgPr>
    </p:bg>
    <p:spTree>
      <p:nvGrpSpPr>
        <p:cNvPr id="259" name="Shape 259"/>
        <p:cNvGrpSpPr/>
        <p:nvPr/>
      </p:nvGrpSpPr>
      <p:grpSpPr>
        <a:xfrm>
          <a:off x="0" y="0"/>
          <a:ext cx="0" cy="0"/>
          <a:chOff x="0" y="0"/>
          <a:chExt cx="0" cy="0"/>
        </a:xfrm>
      </p:grpSpPr>
      <p:grpSp>
        <p:nvGrpSpPr>
          <p:cNvPr id="260" name="Google Shape;260;p15"/>
          <p:cNvGrpSpPr/>
          <p:nvPr/>
        </p:nvGrpSpPr>
        <p:grpSpPr>
          <a:xfrm>
            <a:off x="-1" y="0"/>
            <a:ext cx="12192002" cy="6858000"/>
            <a:chOff x="-1" y="0"/>
            <a:chExt cx="12192002" cy="6858000"/>
          </a:xfrm>
        </p:grpSpPr>
        <p:cxnSp>
          <p:nvCxnSpPr>
            <p:cNvPr id="261" name="Google Shape;261;p15"/>
            <p:cNvCxnSpPr/>
            <p:nvPr/>
          </p:nvCxnSpPr>
          <p:spPr>
            <a:xfrm>
              <a:off x="610194"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2" name="Google Shape;262;p15"/>
            <p:cNvCxnSpPr/>
            <p:nvPr/>
          </p:nvCxnSpPr>
          <p:spPr>
            <a:xfrm>
              <a:off x="1829332"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3" name="Google Shape;263;p15"/>
            <p:cNvCxnSpPr/>
            <p:nvPr/>
          </p:nvCxnSpPr>
          <p:spPr>
            <a:xfrm>
              <a:off x="3048470"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4" name="Google Shape;264;p15"/>
            <p:cNvCxnSpPr/>
            <p:nvPr/>
          </p:nvCxnSpPr>
          <p:spPr>
            <a:xfrm>
              <a:off x="4267608"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5" name="Google Shape;265;p15"/>
            <p:cNvCxnSpPr/>
            <p:nvPr/>
          </p:nvCxnSpPr>
          <p:spPr>
            <a:xfrm>
              <a:off x="5486746"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6" name="Google Shape;266;p15"/>
            <p:cNvCxnSpPr/>
            <p:nvPr/>
          </p:nvCxnSpPr>
          <p:spPr>
            <a:xfrm>
              <a:off x="6705884"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7" name="Google Shape;267;p15"/>
            <p:cNvCxnSpPr/>
            <p:nvPr/>
          </p:nvCxnSpPr>
          <p:spPr>
            <a:xfrm>
              <a:off x="7925022"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8" name="Google Shape;268;p15"/>
            <p:cNvCxnSpPr/>
            <p:nvPr/>
          </p:nvCxnSpPr>
          <p:spPr>
            <a:xfrm>
              <a:off x="9144160"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69" name="Google Shape;269;p15"/>
            <p:cNvCxnSpPr/>
            <p:nvPr/>
          </p:nvCxnSpPr>
          <p:spPr>
            <a:xfrm>
              <a:off x="10363298"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0" name="Google Shape;270;p15"/>
            <p:cNvCxnSpPr/>
            <p:nvPr/>
          </p:nvCxnSpPr>
          <p:spPr>
            <a:xfrm>
              <a:off x="11582436"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1" name="Google Shape;271;p15"/>
            <p:cNvCxnSpPr/>
            <p:nvPr/>
          </p:nvCxnSpPr>
          <p:spPr>
            <a:xfrm>
              <a:off x="2819" y="386485"/>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2" name="Google Shape;272;p15"/>
            <p:cNvCxnSpPr/>
            <p:nvPr/>
          </p:nvCxnSpPr>
          <p:spPr>
            <a:xfrm>
              <a:off x="2819" y="1611181"/>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3" name="Google Shape;273;p15"/>
            <p:cNvCxnSpPr/>
            <p:nvPr/>
          </p:nvCxnSpPr>
          <p:spPr>
            <a:xfrm>
              <a:off x="2819" y="2835877"/>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4" name="Google Shape;274;p15"/>
            <p:cNvCxnSpPr/>
            <p:nvPr/>
          </p:nvCxnSpPr>
          <p:spPr>
            <a:xfrm>
              <a:off x="2819" y="4060573"/>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5" name="Google Shape;275;p15"/>
            <p:cNvCxnSpPr/>
            <p:nvPr/>
          </p:nvCxnSpPr>
          <p:spPr>
            <a:xfrm>
              <a:off x="2819" y="5285269"/>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6" name="Google Shape;276;p15"/>
            <p:cNvCxnSpPr/>
            <p:nvPr/>
          </p:nvCxnSpPr>
          <p:spPr>
            <a:xfrm>
              <a:off x="2819" y="6509965"/>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277" name="Google Shape;277;p15"/>
            <p:cNvGrpSpPr/>
            <p:nvPr/>
          </p:nvGrpSpPr>
          <p:grpSpPr>
            <a:xfrm>
              <a:off x="-1" y="0"/>
              <a:ext cx="12192001" cy="6858000"/>
              <a:chOff x="-1" y="0"/>
              <a:chExt cx="12192001" cy="6858000"/>
            </a:xfrm>
          </p:grpSpPr>
          <p:cxnSp>
            <p:nvCxnSpPr>
              <p:cNvPr id="278" name="Google Shape;278;p15"/>
              <p:cNvCxnSpPr/>
              <p:nvPr/>
            </p:nvCxnSpPr>
            <p:spPr>
              <a:xfrm>
                <a:off x="225425"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79" name="Google Shape;279;p15"/>
              <p:cNvCxnSpPr/>
              <p:nvPr/>
            </p:nvCxnSpPr>
            <p:spPr>
              <a:xfrm>
                <a:off x="144915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80" name="Google Shape;280;p15"/>
              <p:cNvCxnSpPr/>
              <p:nvPr/>
            </p:nvCxnSpPr>
            <p:spPr>
              <a:xfrm>
                <a:off x="266598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81" name="Google Shape;281;p15"/>
              <p:cNvCxnSpPr/>
              <p:nvPr/>
            </p:nvCxnSpPr>
            <p:spPr>
              <a:xfrm>
                <a:off x="3885119"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82" name="Google Shape;282;p15"/>
              <p:cNvCxnSpPr/>
              <p:nvPr/>
            </p:nvCxnSpPr>
            <p:spPr>
              <a:xfrm>
                <a:off x="510650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283" name="Google Shape;283;p15"/>
              <p:cNvGrpSpPr/>
              <p:nvPr/>
            </p:nvGrpSpPr>
            <p:grpSpPr>
              <a:xfrm>
                <a:off x="6327885" y="0"/>
                <a:ext cx="5864115" cy="5898673"/>
                <a:chOff x="6327885" y="0"/>
                <a:chExt cx="5864115" cy="5898673"/>
              </a:xfrm>
            </p:grpSpPr>
            <p:cxnSp>
              <p:nvCxnSpPr>
                <p:cNvPr id="284" name="Google Shape;284;p15"/>
                <p:cNvCxnSpPr/>
                <p:nvPr/>
              </p:nvCxnSpPr>
              <p:spPr>
                <a:xfrm>
                  <a:off x="6327885" y="0"/>
                  <a:ext cx="5864115" cy="5898673"/>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85" name="Google Shape;285;p15"/>
                <p:cNvCxnSpPr/>
                <p:nvPr/>
              </p:nvCxnSpPr>
              <p:spPr>
                <a:xfrm>
                  <a:off x="7549268" y="0"/>
                  <a:ext cx="4642732" cy="467242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86" name="Google Shape;286;p15"/>
                <p:cNvCxnSpPr/>
                <p:nvPr/>
              </p:nvCxnSpPr>
              <p:spPr>
                <a:xfrm>
                  <a:off x="8772997" y="0"/>
                  <a:ext cx="3419003" cy="34567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87" name="Google Shape;287;p15"/>
                <p:cNvCxnSpPr/>
                <p:nvPr/>
              </p:nvCxnSpPr>
              <p:spPr>
                <a:xfrm>
                  <a:off x="9982200" y="0"/>
                  <a:ext cx="2209800" cy="222646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88" name="Google Shape;288;p15"/>
                <p:cNvCxnSpPr/>
                <p:nvPr/>
              </p:nvCxnSpPr>
              <p:spPr>
                <a:xfrm>
                  <a:off x="11199019" y="0"/>
                  <a:ext cx="992981" cy="1002506"/>
                </a:xfrm>
                <a:prstGeom prst="straightConnector1">
                  <a:avLst/>
                </a:prstGeom>
                <a:noFill/>
                <a:ln cap="flat" cmpd="sng" w="9525">
                  <a:solidFill>
                    <a:srgbClr val="266F8B">
                      <a:alpha val="24705"/>
                    </a:srgbClr>
                  </a:solidFill>
                  <a:prstDash val="solid"/>
                  <a:miter lim="800000"/>
                  <a:headEnd len="sm" w="sm" type="none"/>
                  <a:tailEnd len="sm" w="sm" type="none"/>
                </a:ln>
              </p:spPr>
            </p:cxnSp>
          </p:grpSp>
          <p:cxnSp>
            <p:nvCxnSpPr>
              <p:cNvPr id="289" name="Google Shape;289;p15"/>
              <p:cNvCxnSpPr/>
              <p:nvPr/>
            </p:nvCxnSpPr>
            <p:spPr>
              <a:xfrm rot="10800000">
                <a:off x="-1" y="1012053"/>
                <a:ext cx="5828811" cy="584594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0" name="Google Shape;290;p15"/>
              <p:cNvCxnSpPr/>
              <p:nvPr/>
            </p:nvCxnSpPr>
            <p:spPr>
              <a:xfrm rot="10800000">
                <a:off x="-1" y="2227340"/>
                <a:ext cx="4614781" cy="4630658"/>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1" name="Google Shape;291;p15"/>
              <p:cNvCxnSpPr/>
              <p:nvPr/>
            </p:nvCxnSpPr>
            <p:spPr>
              <a:xfrm rot="10800000">
                <a:off x="-1" y="3432149"/>
                <a:ext cx="3398419" cy="34258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2" name="Google Shape;292;p15"/>
              <p:cNvCxnSpPr/>
              <p:nvPr/>
            </p:nvCxnSpPr>
            <p:spPr>
              <a:xfrm rot="10800000">
                <a:off x="-1" y="4651431"/>
                <a:ext cx="2196496" cy="2206567"/>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3" name="Google Shape;293;p15"/>
              <p:cNvCxnSpPr/>
              <p:nvPr/>
            </p:nvCxnSpPr>
            <p:spPr>
              <a:xfrm rot="10800000">
                <a:off x="-1" y="5864453"/>
                <a:ext cx="987003" cy="993545"/>
              </a:xfrm>
              <a:prstGeom prst="straightConnector1">
                <a:avLst/>
              </a:prstGeom>
              <a:noFill/>
              <a:ln cap="flat" cmpd="sng" w="9525">
                <a:solidFill>
                  <a:srgbClr val="266F8B">
                    <a:alpha val="24705"/>
                  </a:srgbClr>
                </a:solidFill>
                <a:prstDash val="solid"/>
                <a:miter lim="800000"/>
                <a:headEnd len="sm" w="sm" type="none"/>
                <a:tailEnd len="sm" w="sm" type="none"/>
              </a:ln>
            </p:spPr>
          </p:cxnSp>
        </p:grpSp>
        <p:grpSp>
          <p:nvGrpSpPr>
            <p:cNvPr id="294" name="Google Shape;294;p15"/>
            <p:cNvGrpSpPr/>
            <p:nvPr/>
          </p:nvGrpSpPr>
          <p:grpSpPr>
            <a:xfrm flipH="1">
              <a:off x="0" y="0"/>
              <a:ext cx="12192001" cy="6858000"/>
              <a:chOff x="-1" y="0"/>
              <a:chExt cx="12192001" cy="6858000"/>
            </a:xfrm>
          </p:grpSpPr>
          <p:cxnSp>
            <p:nvCxnSpPr>
              <p:cNvPr id="295" name="Google Shape;295;p15"/>
              <p:cNvCxnSpPr/>
              <p:nvPr/>
            </p:nvCxnSpPr>
            <p:spPr>
              <a:xfrm>
                <a:off x="225425"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6" name="Google Shape;296;p15"/>
              <p:cNvCxnSpPr/>
              <p:nvPr/>
            </p:nvCxnSpPr>
            <p:spPr>
              <a:xfrm>
                <a:off x="144915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7" name="Google Shape;297;p15"/>
              <p:cNvCxnSpPr/>
              <p:nvPr/>
            </p:nvCxnSpPr>
            <p:spPr>
              <a:xfrm>
                <a:off x="266598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8" name="Google Shape;298;p15"/>
              <p:cNvCxnSpPr/>
              <p:nvPr/>
            </p:nvCxnSpPr>
            <p:spPr>
              <a:xfrm>
                <a:off x="3885119"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299" name="Google Shape;299;p15"/>
              <p:cNvCxnSpPr/>
              <p:nvPr/>
            </p:nvCxnSpPr>
            <p:spPr>
              <a:xfrm>
                <a:off x="515064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300" name="Google Shape;300;p15"/>
              <p:cNvGrpSpPr/>
              <p:nvPr/>
            </p:nvGrpSpPr>
            <p:grpSpPr>
              <a:xfrm>
                <a:off x="6327885" y="0"/>
                <a:ext cx="5864115" cy="5898673"/>
                <a:chOff x="6327885" y="0"/>
                <a:chExt cx="5864115" cy="5898673"/>
              </a:xfrm>
            </p:grpSpPr>
            <p:cxnSp>
              <p:nvCxnSpPr>
                <p:cNvPr id="301" name="Google Shape;301;p15"/>
                <p:cNvCxnSpPr/>
                <p:nvPr/>
              </p:nvCxnSpPr>
              <p:spPr>
                <a:xfrm>
                  <a:off x="6327885" y="0"/>
                  <a:ext cx="5864115" cy="5898673"/>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02" name="Google Shape;302;p15"/>
                <p:cNvCxnSpPr/>
                <p:nvPr/>
              </p:nvCxnSpPr>
              <p:spPr>
                <a:xfrm>
                  <a:off x="7549268" y="0"/>
                  <a:ext cx="4642732" cy="467242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03" name="Google Shape;303;p15"/>
                <p:cNvCxnSpPr/>
                <p:nvPr/>
              </p:nvCxnSpPr>
              <p:spPr>
                <a:xfrm>
                  <a:off x="8772997" y="0"/>
                  <a:ext cx="3419003" cy="34567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04" name="Google Shape;304;p15"/>
                <p:cNvCxnSpPr/>
                <p:nvPr/>
              </p:nvCxnSpPr>
              <p:spPr>
                <a:xfrm>
                  <a:off x="9982200" y="0"/>
                  <a:ext cx="2209800" cy="222646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05" name="Google Shape;305;p15"/>
                <p:cNvCxnSpPr/>
                <p:nvPr/>
              </p:nvCxnSpPr>
              <p:spPr>
                <a:xfrm>
                  <a:off x="11199019" y="0"/>
                  <a:ext cx="992981" cy="1002506"/>
                </a:xfrm>
                <a:prstGeom prst="straightConnector1">
                  <a:avLst/>
                </a:prstGeom>
                <a:noFill/>
                <a:ln cap="flat" cmpd="sng" w="9525">
                  <a:solidFill>
                    <a:srgbClr val="266F8B">
                      <a:alpha val="24705"/>
                    </a:srgbClr>
                  </a:solidFill>
                  <a:prstDash val="solid"/>
                  <a:miter lim="800000"/>
                  <a:headEnd len="sm" w="sm" type="none"/>
                  <a:tailEnd len="sm" w="sm" type="none"/>
                </a:ln>
              </p:spPr>
            </p:cxnSp>
          </p:grpSp>
          <p:cxnSp>
            <p:nvCxnSpPr>
              <p:cNvPr id="306" name="Google Shape;306;p15"/>
              <p:cNvCxnSpPr/>
              <p:nvPr/>
            </p:nvCxnSpPr>
            <p:spPr>
              <a:xfrm rot="10800000">
                <a:off x="-1" y="1012053"/>
                <a:ext cx="5828811" cy="584594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07" name="Google Shape;307;p15"/>
              <p:cNvCxnSpPr/>
              <p:nvPr/>
            </p:nvCxnSpPr>
            <p:spPr>
              <a:xfrm rot="10800000">
                <a:off x="-1" y="2227340"/>
                <a:ext cx="4614781" cy="4630658"/>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08" name="Google Shape;308;p15"/>
              <p:cNvCxnSpPr/>
              <p:nvPr/>
            </p:nvCxnSpPr>
            <p:spPr>
              <a:xfrm rot="10800000">
                <a:off x="-1" y="3432149"/>
                <a:ext cx="3398419" cy="34258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09" name="Google Shape;309;p15"/>
              <p:cNvCxnSpPr/>
              <p:nvPr/>
            </p:nvCxnSpPr>
            <p:spPr>
              <a:xfrm rot="10800000">
                <a:off x="-1" y="4651431"/>
                <a:ext cx="2196496" cy="2206567"/>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10" name="Google Shape;310;p15"/>
              <p:cNvCxnSpPr/>
              <p:nvPr/>
            </p:nvCxnSpPr>
            <p:spPr>
              <a:xfrm rot="10800000">
                <a:off x="-1" y="5864453"/>
                <a:ext cx="987003" cy="993545"/>
              </a:xfrm>
              <a:prstGeom prst="straightConnector1">
                <a:avLst/>
              </a:prstGeom>
              <a:noFill/>
              <a:ln cap="flat" cmpd="sng" w="9525">
                <a:solidFill>
                  <a:srgbClr val="266F8B">
                    <a:alpha val="24705"/>
                  </a:srgbClr>
                </a:solidFill>
                <a:prstDash val="solid"/>
                <a:miter lim="800000"/>
                <a:headEnd len="sm" w="sm" type="none"/>
                <a:tailEnd len="sm" w="sm" type="none"/>
              </a:ln>
            </p:spPr>
          </p:cxnSp>
        </p:grpSp>
      </p:grpSp>
      <p:sp>
        <p:nvSpPr>
          <p:cNvPr id="311" name="Google Shape;311;p15"/>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2" name="Google Shape;312;p15"/>
          <p:cNvSpPr txBox="1"/>
          <p:nvPr>
            <p:ph type="title"/>
          </p:nvPr>
        </p:nvSpPr>
        <p:spPr>
          <a:xfrm>
            <a:off x="7913152" y="571500"/>
            <a:ext cx="3657600" cy="21971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3" name="Google Shape;313;p15"/>
          <p:cNvSpPr txBox="1"/>
          <p:nvPr>
            <p:ph idx="1" type="body"/>
          </p:nvPr>
        </p:nvSpPr>
        <p:spPr>
          <a:xfrm>
            <a:off x="543197" y="571500"/>
            <a:ext cx="6217920" cy="5715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55600" lvl="5" marL="2743200" algn="l">
              <a:lnSpc>
                <a:spcPct val="90000"/>
              </a:lnSpc>
              <a:spcBef>
                <a:spcPts val="600"/>
              </a:spcBef>
              <a:spcAft>
                <a:spcPts val="0"/>
              </a:spcAft>
              <a:buSzPts val="2000"/>
              <a:buChar char="▪"/>
              <a:defRPr sz="2000"/>
            </a:lvl6pPr>
            <a:lvl7pPr indent="-355600" lvl="6" marL="3200400" algn="l">
              <a:lnSpc>
                <a:spcPct val="90000"/>
              </a:lnSpc>
              <a:spcBef>
                <a:spcPts val="600"/>
              </a:spcBef>
              <a:spcAft>
                <a:spcPts val="0"/>
              </a:spcAft>
              <a:buSzPts val="2000"/>
              <a:buChar char="▪"/>
              <a:defRPr sz="2000"/>
            </a:lvl7pPr>
            <a:lvl8pPr indent="-355600" lvl="7" marL="3657600" algn="l">
              <a:lnSpc>
                <a:spcPct val="90000"/>
              </a:lnSpc>
              <a:spcBef>
                <a:spcPts val="600"/>
              </a:spcBef>
              <a:spcAft>
                <a:spcPts val="0"/>
              </a:spcAft>
              <a:buSzPts val="2000"/>
              <a:buChar char="▪"/>
              <a:defRPr sz="2000"/>
            </a:lvl8pPr>
            <a:lvl9pPr indent="-228600" lvl="8" marL="4114800" algn="l">
              <a:lnSpc>
                <a:spcPct val="90000"/>
              </a:lnSpc>
              <a:spcBef>
                <a:spcPts val="600"/>
              </a:spcBef>
              <a:spcAft>
                <a:spcPts val="0"/>
              </a:spcAft>
              <a:buSzPts val="2000"/>
              <a:buNone/>
              <a:defRPr sz="2000"/>
            </a:lvl9pPr>
          </a:lstStyle>
          <a:p/>
        </p:txBody>
      </p:sp>
      <p:sp>
        <p:nvSpPr>
          <p:cNvPr id="314" name="Google Shape;314;p15"/>
          <p:cNvSpPr txBox="1"/>
          <p:nvPr>
            <p:ph idx="2" type="body"/>
          </p:nvPr>
        </p:nvSpPr>
        <p:spPr>
          <a:xfrm>
            <a:off x="7913152" y="2995012"/>
            <a:ext cx="3657600" cy="22859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cxnSp>
        <p:nvCxnSpPr>
          <p:cNvPr id="315" name="Google Shape;315;p15"/>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16" name="Google Shape;316;p15"/>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15"/>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15"/>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lt1"/>
                </a:solidFill>
                <a:latin typeface="Arial"/>
                <a:ea typeface="Arial"/>
                <a:cs typeface="Arial"/>
                <a:sym typeface="Arial"/>
              </a:defRPr>
            </a:lvl1pPr>
            <a:lvl2pPr indent="0" lvl="1" marL="0" algn="r">
              <a:spcBef>
                <a:spcPts val="0"/>
              </a:spcBef>
              <a:buNone/>
              <a:defRPr sz="1100">
                <a:solidFill>
                  <a:schemeClr val="lt1"/>
                </a:solidFill>
                <a:latin typeface="Arial"/>
                <a:ea typeface="Arial"/>
                <a:cs typeface="Arial"/>
                <a:sym typeface="Arial"/>
              </a:defRPr>
            </a:lvl2pPr>
            <a:lvl3pPr indent="0" lvl="2" marL="0" algn="r">
              <a:spcBef>
                <a:spcPts val="0"/>
              </a:spcBef>
              <a:buNone/>
              <a:defRPr sz="1100">
                <a:solidFill>
                  <a:schemeClr val="lt1"/>
                </a:solidFill>
                <a:latin typeface="Arial"/>
                <a:ea typeface="Arial"/>
                <a:cs typeface="Arial"/>
                <a:sym typeface="Arial"/>
              </a:defRPr>
            </a:lvl3pPr>
            <a:lvl4pPr indent="0" lvl="3" marL="0" algn="r">
              <a:spcBef>
                <a:spcPts val="0"/>
              </a:spcBef>
              <a:buNone/>
              <a:defRPr sz="1100">
                <a:solidFill>
                  <a:schemeClr val="lt1"/>
                </a:solidFill>
                <a:latin typeface="Arial"/>
                <a:ea typeface="Arial"/>
                <a:cs typeface="Arial"/>
                <a:sym typeface="Arial"/>
              </a:defRPr>
            </a:lvl4pPr>
            <a:lvl5pPr indent="0" lvl="4" marL="0" algn="r">
              <a:spcBef>
                <a:spcPts val="0"/>
              </a:spcBef>
              <a:buNone/>
              <a:defRPr sz="1100">
                <a:solidFill>
                  <a:schemeClr val="lt1"/>
                </a:solidFill>
                <a:latin typeface="Arial"/>
                <a:ea typeface="Arial"/>
                <a:cs typeface="Arial"/>
                <a:sym typeface="Arial"/>
              </a:defRPr>
            </a:lvl5pPr>
            <a:lvl6pPr indent="0" lvl="5" marL="0" algn="r">
              <a:spcBef>
                <a:spcPts val="0"/>
              </a:spcBef>
              <a:buNone/>
              <a:defRPr sz="1100">
                <a:solidFill>
                  <a:schemeClr val="lt1"/>
                </a:solidFill>
                <a:latin typeface="Arial"/>
                <a:ea typeface="Arial"/>
                <a:cs typeface="Arial"/>
                <a:sym typeface="Arial"/>
              </a:defRPr>
            </a:lvl6pPr>
            <a:lvl7pPr indent="0" lvl="6" marL="0" algn="r">
              <a:spcBef>
                <a:spcPts val="0"/>
              </a:spcBef>
              <a:buNone/>
              <a:defRPr sz="1100">
                <a:solidFill>
                  <a:schemeClr val="lt1"/>
                </a:solidFill>
                <a:latin typeface="Arial"/>
                <a:ea typeface="Arial"/>
                <a:cs typeface="Arial"/>
                <a:sym typeface="Arial"/>
              </a:defRPr>
            </a:lvl7pPr>
            <a:lvl8pPr indent="0" lvl="7" marL="0" algn="r">
              <a:spcBef>
                <a:spcPts val="0"/>
              </a:spcBef>
              <a:buNone/>
              <a:defRPr sz="1100">
                <a:solidFill>
                  <a:schemeClr val="lt1"/>
                </a:solidFill>
                <a:latin typeface="Arial"/>
                <a:ea typeface="Arial"/>
                <a:cs typeface="Arial"/>
                <a:sym typeface="Arial"/>
              </a:defRPr>
            </a:lvl8pPr>
            <a:lvl9pPr indent="0" lvl="8" marL="0" algn="r">
              <a:spcBef>
                <a:spcPts val="0"/>
              </a:spcBef>
              <a:buNone/>
              <a:defRPr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297694"/>
            </a:gs>
          </a:gsLst>
          <a:path path="circle">
            <a:fillToRect b="50%" l="50%" r="50%" t="50%"/>
          </a:path>
          <a:tileRect/>
        </a:gradFill>
      </p:bgPr>
    </p:bg>
    <p:spTree>
      <p:nvGrpSpPr>
        <p:cNvPr id="319" name="Shape 319"/>
        <p:cNvGrpSpPr/>
        <p:nvPr/>
      </p:nvGrpSpPr>
      <p:grpSpPr>
        <a:xfrm>
          <a:off x="0" y="0"/>
          <a:ext cx="0" cy="0"/>
          <a:chOff x="0" y="0"/>
          <a:chExt cx="0" cy="0"/>
        </a:xfrm>
      </p:grpSpPr>
      <p:grpSp>
        <p:nvGrpSpPr>
          <p:cNvPr id="320" name="Google Shape;320;p16"/>
          <p:cNvGrpSpPr/>
          <p:nvPr/>
        </p:nvGrpSpPr>
        <p:grpSpPr>
          <a:xfrm>
            <a:off x="-1" y="0"/>
            <a:ext cx="12192002" cy="6858000"/>
            <a:chOff x="-1" y="0"/>
            <a:chExt cx="12192002" cy="6858000"/>
          </a:xfrm>
        </p:grpSpPr>
        <p:cxnSp>
          <p:nvCxnSpPr>
            <p:cNvPr id="321" name="Google Shape;321;p16"/>
            <p:cNvCxnSpPr/>
            <p:nvPr/>
          </p:nvCxnSpPr>
          <p:spPr>
            <a:xfrm>
              <a:off x="610194"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2" name="Google Shape;322;p16"/>
            <p:cNvCxnSpPr/>
            <p:nvPr/>
          </p:nvCxnSpPr>
          <p:spPr>
            <a:xfrm>
              <a:off x="1829332"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3" name="Google Shape;323;p16"/>
            <p:cNvCxnSpPr/>
            <p:nvPr/>
          </p:nvCxnSpPr>
          <p:spPr>
            <a:xfrm>
              <a:off x="3048470"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4" name="Google Shape;324;p16"/>
            <p:cNvCxnSpPr/>
            <p:nvPr/>
          </p:nvCxnSpPr>
          <p:spPr>
            <a:xfrm>
              <a:off x="4267608"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5" name="Google Shape;325;p16"/>
            <p:cNvCxnSpPr/>
            <p:nvPr/>
          </p:nvCxnSpPr>
          <p:spPr>
            <a:xfrm>
              <a:off x="5486746"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6" name="Google Shape;326;p16"/>
            <p:cNvCxnSpPr/>
            <p:nvPr/>
          </p:nvCxnSpPr>
          <p:spPr>
            <a:xfrm>
              <a:off x="6705884"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7" name="Google Shape;327;p16"/>
            <p:cNvCxnSpPr/>
            <p:nvPr/>
          </p:nvCxnSpPr>
          <p:spPr>
            <a:xfrm>
              <a:off x="7925022"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8" name="Google Shape;328;p16"/>
            <p:cNvCxnSpPr/>
            <p:nvPr/>
          </p:nvCxnSpPr>
          <p:spPr>
            <a:xfrm>
              <a:off x="9144160"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29" name="Google Shape;329;p16"/>
            <p:cNvCxnSpPr/>
            <p:nvPr/>
          </p:nvCxnSpPr>
          <p:spPr>
            <a:xfrm>
              <a:off x="10363298"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0" name="Google Shape;330;p16"/>
            <p:cNvCxnSpPr/>
            <p:nvPr/>
          </p:nvCxnSpPr>
          <p:spPr>
            <a:xfrm>
              <a:off x="11582436" y="0"/>
              <a:ext cx="0"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1" name="Google Shape;331;p16"/>
            <p:cNvCxnSpPr/>
            <p:nvPr/>
          </p:nvCxnSpPr>
          <p:spPr>
            <a:xfrm>
              <a:off x="2819" y="386485"/>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2" name="Google Shape;332;p16"/>
            <p:cNvCxnSpPr/>
            <p:nvPr/>
          </p:nvCxnSpPr>
          <p:spPr>
            <a:xfrm>
              <a:off x="2819" y="1611181"/>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3" name="Google Shape;333;p16"/>
            <p:cNvCxnSpPr/>
            <p:nvPr/>
          </p:nvCxnSpPr>
          <p:spPr>
            <a:xfrm>
              <a:off x="2819" y="2835877"/>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4" name="Google Shape;334;p16"/>
            <p:cNvCxnSpPr/>
            <p:nvPr/>
          </p:nvCxnSpPr>
          <p:spPr>
            <a:xfrm>
              <a:off x="2819" y="4060573"/>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5" name="Google Shape;335;p16"/>
            <p:cNvCxnSpPr/>
            <p:nvPr/>
          </p:nvCxnSpPr>
          <p:spPr>
            <a:xfrm>
              <a:off x="2819" y="5285269"/>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6" name="Google Shape;336;p16"/>
            <p:cNvCxnSpPr/>
            <p:nvPr/>
          </p:nvCxnSpPr>
          <p:spPr>
            <a:xfrm>
              <a:off x="2819" y="6509965"/>
              <a:ext cx="12188952" cy="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337" name="Google Shape;337;p16"/>
            <p:cNvGrpSpPr/>
            <p:nvPr/>
          </p:nvGrpSpPr>
          <p:grpSpPr>
            <a:xfrm>
              <a:off x="-1" y="0"/>
              <a:ext cx="12192001" cy="6858000"/>
              <a:chOff x="-1" y="0"/>
              <a:chExt cx="12192001" cy="6858000"/>
            </a:xfrm>
          </p:grpSpPr>
          <p:cxnSp>
            <p:nvCxnSpPr>
              <p:cNvPr id="338" name="Google Shape;338;p16"/>
              <p:cNvCxnSpPr/>
              <p:nvPr/>
            </p:nvCxnSpPr>
            <p:spPr>
              <a:xfrm>
                <a:off x="225425"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39" name="Google Shape;339;p16"/>
              <p:cNvCxnSpPr/>
              <p:nvPr/>
            </p:nvCxnSpPr>
            <p:spPr>
              <a:xfrm>
                <a:off x="144915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40" name="Google Shape;340;p16"/>
              <p:cNvCxnSpPr/>
              <p:nvPr/>
            </p:nvCxnSpPr>
            <p:spPr>
              <a:xfrm>
                <a:off x="266598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41" name="Google Shape;341;p16"/>
              <p:cNvCxnSpPr/>
              <p:nvPr/>
            </p:nvCxnSpPr>
            <p:spPr>
              <a:xfrm>
                <a:off x="3885119"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42" name="Google Shape;342;p16"/>
              <p:cNvCxnSpPr/>
              <p:nvPr/>
            </p:nvCxnSpPr>
            <p:spPr>
              <a:xfrm>
                <a:off x="510650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343" name="Google Shape;343;p16"/>
              <p:cNvGrpSpPr/>
              <p:nvPr/>
            </p:nvGrpSpPr>
            <p:grpSpPr>
              <a:xfrm>
                <a:off x="6327885" y="0"/>
                <a:ext cx="5864115" cy="5898673"/>
                <a:chOff x="6327885" y="0"/>
                <a:chExt cx="5864115" cy="5898673"/>
              </a:xfrm>
            </p:grpSpPr>
            <p:cxnSp>
              <p:nvCxnSpPr>
                <p:cNvPr id="344" name="Google Shape;344;p16"/>
                <p:cNvCxnSpPr/>
                <p:nvPr/>
              </p:nvCxnSpPr>
              <p:spPr>
                <a:xfrm>
                  <a:off x="6327885" y="0"/>
                  <a:ext cx="5864115" cy="5898673"/>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45" name="Google Shape;345;p16"/>
                <p:cNvCxnSpPr/>
                <p:nvPr/>
              </p:nvCxnSpPr>
              <p:spPr>
                <a:xfrm>
                  <a:off x="7549268" y="0"/>
                  <a:ext cx="4642732" cy="467242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46" name="Google Shape;346;p16"/>
                <p:cNvCxnSpPr/>
                <p:nvPr/>
              </p:nvCxnSpPr>
              <p:spPr>
                <a:xfrm>
                  <a:off x="8772997" y="0"/>
                  <a:ext cx="3419003" cy="34567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47" name="Google Shape;347;p16"/>
                <p:cNvCxnSpPr/>
                <p:nvPr/>
              </p:nvCxnSpPr>
              <p:spPr>
                <a:xfrm>
                  <a:off x="9982200" y="0"/>
                  <a:ext cx="2209800" cy="222646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48" name="Google Shape;348;p16"/>
                <p:cNvCxnSpPr/>
                <p:nvPr/>
              </p:nvCxnSpPr>
              <p:spPr>
                <a:xfrm>
                  <a:off x="11199019" y="0"/>
                  <a:ext cx="992981" cy="1002506"/>
                </a:xfrm>
                <a:prstGeom prst="straightConnector1">
                  <a:avLst/>
                </a:prstGeom>
                <a:noFill/>
                <a:ln cap="flat" cmpd="sng" w="9525">
                  <a:solidFill>
                    <a:srgbClr val="266F8B">
                      <a:alpha val="24705"/>
                    </a:srgbClr>
                  </a:solidFill>
                  <a:prstDash val="solid"/>
                  <a:miter lim="800000"/>
                  <a:headEnd len="sm" w="sm" type="none"/>
                  <a:tailEnd len="sm" w="sm" type="none"/>
                </a:ln>
              </p:spPr>
            </p:cxnSp>
          </p:grpSp>
          <p:cxnSp>
            <p:nvCxnSpPr>
              <p:cNvPr id="349" name="Google Shape;349;p16"/>
              <p:cNvCxnSpPr/>
              <p:nvPr/>
            </p:nvCxnSpPr>
            <p:spPr>
              <a:xfrm rot="10800000">
                <a:off x="-1" y="1012053"/>
                <a:ext cx="5828811" cy="584594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0" name="Google Shape;350;p16"/>
              <p:cNvCxnSpPr/>
              <p:nvPr/>
            </p:nvCxnSpPr>
            <p:spPr>
              <a:xfrm rot="10800000">
                <a:off x="-1" y="2227340"/>
                <a:ext cx="4614781" cy="4630658"/>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1" name="Google Shape;351;p16"/>
              <p:cNvCxnSpPr/>
              <p:nvPr/>
            </p:nvCxnSpPr>
            <p:spPr>
              <a:xfrm rot="10800000">
                <a:off x="-1" y="3432149"/>
                <a:ext cx="3398419" cy="34258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2" name="Google Shape;352;p16"/>
              <p:cNvCxnSpPr/>
              <p:nvPr/>
            </p:nvCxnSpPr>
            <p:spPr>
              <a:xfrm rot="10800000">
                <a:off x="-1" y="4651431"/>
                <a:ext cx="2196496" cy="2206567"/>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3" name="Google Shape;353;p16"/>
              <p:cNvCxnSpPr/>
              <p:nvPr/>
            </p:nvCxnSpPr>
            <p:spPr>
              <a:xfrm rot="10800000">
                <a:off x="-1" y="5864453"/>
                <a:ext cx="987003" cy="993545"/>
              </a:xfrm>
              <a:prstGeom prst="straightConnector1">
                <a:avLst/>
              </a:prstGeom>
              <a:noFill/>
              <a:ln cap="flat" cmpd="sng" w="9525">
                <a:solidFill>
                  <a:srgbClr val="266F8B">
                    <a:alpha val="24705"/>
                  </a:srgbClr>
                </a:solidFill>
                <a:prstDash val="solid"/>
                <a:miter lim="800000"/>
                <a:headEnd len="sm" w="sm" type="none"/>
                <a:tailEnd len="sm" w="sm" type="none"/>
              </a:ln>
            </p:spPr>
          </p:cxnSp>
        </p:grpSp>
        <p:grpSp>
          <p:nvGrpSpPr>
            <p:cNvPr id="354" name="Google Shape;354;p16"/>
            <p:cNvGrpSpPr/>
            <p:nvPr/>
          </p:nvGrpSpPr>
          <p:grpSpPr>
            <a:xfrm flipH="1">
              <a:off x="0" y="0"/>
              <a:ext cx="12192001" cy="6858000"/>
              <a:chOff x="-1" y="0"/>
              <a:chExt cx="12192001" cy="6858000"/>
            </a:xfrm>
          </p:grpSpPr>
          <p:cxnSp>
            <p:nvCxnSpPr>
              <p:cNvPr id="355" name="Google Shape;355;p16"/>
              <p:cNvCxnSpPr/>
              <p:nvPr/>
            </p:nvCxnSpPr>
            <p:spPr>
              <a:xfrm>
                <a:off x="225425"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6" name="Google Shape;356;p16"/>
              <p:cNvCxnSpPr/>
              <p:nvPr/>
            </p:nvCxnSpPr>
            <p:spPr>
              <a:xfrm>
                <a:off x="144915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7" name="Google Shape;357;p16"/>
              <p:cNvCxnSpPr/>
              <p:nvPr/>
            </p:nvCxnSpPr>
            <p:spPr>
              <a:xfrm>
                <a:off x="2665982"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8" name="Google Shape;358;p16"/>
              <p:cNvCxnSpPr/>
              <p:nvPr/>
            </p:nvCxnSpPr>
            <p:spPr>
              <a:xfrm>
                <a:off x="3885119"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59" name="Google Shape;359;p16"/>
              <p:cNvCxnSpPr/>
              <p:nvPr/>
            </p:nvCxnSpPr>
            <p:spPr>
              <a:xfrm>
                <a:off x="5150644" y="0"/>
                <a:ext cx="6815931" cy="6858000"/>
              </a:xfrm>
              <a:prstGeom prst="straightConnector1">
                <a:avLst/>
              </a:prstGeom>
              <a:noFill/>
              <a:ln cap="flat" cmpd="sng" w="9525">
                <a:solidFill>
                  <a:srgbClr val="266F8B">
                    <a:alpha val="24705"/>
                  </a:srgbClr>
                </a:solidFill>
                <a:prstDash val="solid"/>
                <a:miter lim="800000"/>
                <a:headEnd len="sm" w="sm" type="none"/>
                <a:tailEnd len="sm" w="sm" type="none"/>
              </a:ln>
            </p:spPr>
          </p:cxnSp>
          <p:grpSp>
            <p:nvGrpSpPr>
              <p:cNvPr id="360" name="Google Shape;360;p16"/>
              <p:cNvGrpSpPr/>
              <p:nvPr/>
            </p:nvGrpSpPr>
            <p:grpSpPr>
              <a:xfrm>
                <a:off x="6327885" y="0"/>
                <a:ext cx="5864115" cy="5898673"/>
                <a:chOff x="6327885" y="0"/>
                <a:chExt cx="5864115" cy="5898673"/>
              </a:xfrm>
            </p:grpSpPr>
            <p:cxnSp>
              <p:nvCxnSpPr>
                <p:cNvPr id="361" name="Google Shape;361;p16"/>
                <p:cNvCxnSpPr/>
                <p:nvPr/>
              </p:nvCxnSpPr>
              <p:spPr>
                <a:xfrm>
                  <a:off x="6327885" y="0"/>
                  <a:ext cx="5864115" cy="5898673"/>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62" name="Google Shape;362;p16"/>
                <p:cNvCxnSpPr/>
                <p:nvPr/>
              </p:nvCxnSpPr>
              <p:spPr>
                <a:xfrm>
                  <a:off x="7549268" y="0"/>
                  <a:ext cx="4642732" cy="467242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63" name="Google Shape;363;p16"/>
                <p:cNvCxnSpPr/>
                <p:nvPr/>
              </p:nvCxnSpPr>
              <p:spPr>
                <a:xfrm>
                  <a:off x="8772997" y="0"/>
                  <a:ext cx="3419003" cy="34567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64" name="Google Shape;364;p16"/>
                <p:cNvCxnSpPr/>
                <p:nvPr/>
              </p:nvCxnSpPr>
              <p:spPr>
                <a:xfrm>
                  <a:off x="9982200" y="0"/>
                  <a:ext cx="2209800" cy="222646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65" name="Google Shape;365;p16"/>
                <p:cNvCxnSpPr/>
                <p:nvPr/>
              </p:nvCxnSpPr>
              <p:spPr>
                <a:xfrm>
                  <a:off x="11199019" y="0"/>
                  <a:ext cx="992981" cy="1002506"/>
                </a:xfrm>
                <a:prstGeom prst="straightConnector1">
                  <a:avLst/>
                </a:prstGeom>
                <a:noFill/>
                <a:ln cap="flat" cmpd="sng" w="9525">
                  <a:solidFill>
                    <a:srgbClr val="266F8B">
                      <a:alpha val="24705"/>
                    </a:srgbClr>
                  </a:solidFill>
                  <a:prstDash val="solid"/>
                  <a:miter lim="800000"/>
                  <a:headEnd len="sm" w="sm" type="none"/>
                  <a:tailEnd len="sm" w="sm" type="none"/>
                </a:ln>
              </p:spPr>
            </p:cxnSp>
          </p:grpSp>
          <p:cxnSp>
            <p:nvCxnSpPr>
              <p:cNvPr id="366" name="Google Shape;366;p16"/>
              <p:cNvCxnSpPr/>
              <p:nvPr/>
            </p:nvCxnSpPr>
            <p:spPr>
              <a:xfrm rot="10800000">
                <a:off x="-1" y="1012053"/>
                <a:ext cx="5828811" cy="5845945"/>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67" name="Google Shape;367;p16"/>
              <p:cNvCxnSpPr/>
              <p:nvPr/>
            </p:nvCxnSpPr>
            <p:spPr>
              <a:xfrm rot="10800000">
                <a:off x="-1" y="2227340"/>
                <a:ext cx="4614781" cy="4630658"/>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68" name="Google Shape;368;p16"/>
              <p:cNvCxnSpPr/>
              <p:nvPr/>
            </p:nvCxnSpPr>
            <p:spPr>
              <a:xfrm rot="10800000">
                <a:off x="-1" y="3432149"/>
                <a:ext cx="3398419" cy="3425849"/>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69" name="Google Shape;369;p16"/>
              <p:cNvCxnSpPr/>
              <p:nvPr/>
            </p:nvCxnSpPr>
            <p:spPr>
              <a:xfrm rot="10800000">
                <a:off x="-1" y="4651431"/>
                <a:ext cx="2196496" cy="2206567"/>
              </a:xfrm>
              <a:prstGeom prst="straightConnector1">
                <a:avLst/>
              </a:prstGeom>
              <a:noFill/>
              <a:ln cap="flat" cmpd="sng" w="9525">
                <a:solidFill>
                  <a:srgbClr val="266F8B">
                    <a:alpha val="24705"/>
                  </a:srgbClr>
                </a:solidFill>
                <a:prstDash val="solid"/>
                <a:miter lim="800000"/>
                <a:headEnd len="sm" w="sm" type="none"/>
                <a:tailEnd len="sm" w="sm" type="none"/>
              </a:ln>
            </p:spPr>
          </p:cxnSp>
          <p:cxnSp>
            <p:nvCxnSpPr>
              <p:cNvPr id="370" name="Google Shape;370;p16"/>
              <p:cNvCxnSpPr/>
              <p:nvPr/>
            </p:nvCxnSpPr>
            <p:spPr>
              <a:xfrm rot="10800000">
                <a:off x="-1" y="5864453"/>
                <a:ext cx="987003" cy="993545"/>
              </a:xfrm>
              <a:prstGeom prst="straightConnector1">
                <a:avLst/>
              </a:prstGeom>
              <a:noFill/>
              <a:ln cap="flat" cmpd="sng" w="9525">
                <a:solidFill>
                  <a:srgbClr val="266F8B">
                    <a:alpha val="24705"/>
                  </a:srgbClr>
                </a:solidFill>
                <a:prstDash val="solid"/>
                <a:miter lim="800000"/>
                <a:headEnd len="sm" w="sm" type="none"/>
                <a:tailEnd len="sm" w="sm" type="none"/>
              </a:ln>
            </p:spPr>
          </p:cxnSp>
        </p:grpSp>
      </p:grpSp>
      <p:sp>
        <p:nvSpPr>
          <p:cNvPr id="371" name="Google Shape;371;p16"/>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372" name="Google Shape;372;p16"/>
          <p:cNvCxnSpPr/>
          <p:nvPr/>
        </p:nvCxnSpPr>
        <p:spPr>
          <a:xfrm>
            <a:off x="7923089" y="2895600"/>
            <a:ext cx="3659311" cy="0"/>
          </a:xfrm>
          <a:prstGeom prst="straightConnector1">
            <a:avLst/>
          </a:prstGeom>
          <a:noFill/>
          <a:ln cap="flat" cmpd="sng" w="19050">
            <a:solidFill>
              <a:schemeClr val="lt1"/>
            </a:solidFill>
            <a:prstDash val="solid"/>
            <a:miter lim="800000"/>
            <a:headEnd len="sm" w="sm" type="none"/>
            <a:tailEnd len="sm" w="sm" type="none"/>
          </a:ln>
        </p:spPr>
      </p:cxnSp>
      <p:sp>
        <p:nvSpPr>
          <p:cNvPr id="373" name="Google Shape;373;p16"/>
          <p:cNvSpPr txBox="1"/>
          <p:nvPr>
            <p:ph type="title"/>
          </p:nvPr>
        </p:nvSpPr>
        <p:spPr>
          <a:xfrm>
            <a:off x="7909560" y="576072"/>
            <a:ext cx="3657600" cy="21945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374" name="Google Shape;374;p16"/>
          <p:cNvSpPr/>
          <p:nvPr>
            <p:ph idx="2" type="pic"/>
          </p:nvPr>
        </p:nvSpPr>
        <p:spPr>
          <a:xfrm>
            <a:off x="4412" y="-159"/>
            <a:ext cx="7315200" cy="6858000"/>
          </a:xfrm>
          <a:prstGeom prst="rect">
            <a:avLst/>
          </a:prstGeom>
          <a:noFill/>
          <a:ln>
            <a:noFill/>
          </a:ln>
        </p:spPr>
      </p:sp>
      <p:sp>
        <p:nvSpPr>
          <p:cNvPr id="375" name="Google Shape;375;p16"/>
          <p:cNvSpPr txBox="1"/>
          <p:nvPr>
            <p:ph idx="1" type="body"/>
          </p:nvPr>
        </p:nvSpPr>
        <p:spPr>
          <a:xfrm>
            <a:off x="7909560" y="2999232"/>
            <a:ext cx="3657600" cy="2286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76" name="Shape 376"/>
        <p:cNvGrpSpPr/>
        <p:nvPr/>
      </p:nvGrpSpPr>
      <p:grpSpPr>
        <a:xfrm>
          <a:off x="0" y="0"/>
          <a:ext cx="0" cy="0"/>
          <a:chOff x="0" y="0"/>
          <a:chExt cx="0" cy="0"/>
        </a:xfrm>
      </p:grpSpPr>
      <p:sp>
        <p:nvSpPr>
          <p:cNvPr id="377" name="Google Shape;377;p1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8" name="Google Shape;378;p17"/>
          <p:cNvSpPr txBox="1"/>
          <p:nvPr>
            <p:ph idx="1" type="body"/>
          </p:nvPr>
        </p:nvSpPr>
        <p:spPr>
          <a:xfrm rot="5400000">
            <a:off x="4191001" y="-914400"/>
            <a:ext cx="3809999"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79" name="Google Shape;379;p1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1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1" name="Google Shape;381;p1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382" name="Shape 382"/>
        <p:cNvGrpSpPr/>
        <p:nvPr/>
      </p:nvGrpSpPr>
      <p:grpSpPr>
        <a:xfrm>
          <a:off x="0" y="0"/>
          <a:ext cx="0" cy="0"/>
          <a:chOff x="0" y="0"/>
          <a:chExt cx="0" cy="0"/>
        </a:xfrm>
      </p:grpSpPr>
      <p:sp>
        <p:nvSpPr>
          <p:cNvPr id="383" name="Google Shape;383;p18"/>
          <p:cNvSpPr txBox="1"/>
          <p:nvPr>
            <p:ph type="title"/>
          </p:nvPr>
        </p:nvSpPr>
        <p:spPr>
          <a:xfrm rot="5400000">
            <a:off x="7402286" y="2296885"/>
            <a:ext cx="5301343" cy="16872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4" name="Google Shape;384;p18"/>
          <p:cNvSpPr txBox="1"/>
          <p:nvPr>
            <p:ph idx="1" type="body"/>
          </p:nvPr>
        </p:nvSpPr>
        <p:spPr>
          <a:xfrm rot="5400000">
            <a:off x="2438400" y="-653144"/>
            <a:ext cx="5301343" cy="75873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385" name="Google Shape;385;p18"/>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6" name="Google Shape;386;p18"/>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7" name="Google Shape;387;p18"/>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46" name="Shape 446"/>
        <p:cNvGrpSpPr/>
        <p:nvPr/>
      </p:nvGrpSpPr>
      <p:grpSpPr>
        <a:xfrm>
          <a:off x="0" y="0"/>
          <a:ext cx="0" cy="0"/>
          <a:chOff x="0" y="0"/>
          <a:chExt cx="0" cy="0"/>
        </a:xfrm>
      </p:grpSpPr>
      <p:grpSp>
        <p:nvGrpSpPr>
          <p:cNvPr id="447" name="Google Shape;447;g321566f0535_0_466"/>
          <p:cNvGrpSpPr/>
          <p:nvPr/>
        </p:nvGrpSpPr>
        <p:grpSpPr>
          <a:xfrm>
            <a:off x="-120" y="0"/>
            <a:ext cx="12192240" cy="6858000"/>
            <a:chOff x="-120" y="0"/>
            <a:chExt cx="12192240" cy="6858000"/>
          </a:xfrm>
        </p:grpSpPr>
        <p:cxnSp>
          <p:nvCxnSpPr>
            <p:cNvPr id="448" name="Google Shape;448;g321566f0535_0_466"/>
            <p:cNvCxnSpPr/>
            <p:nvPr/>
          </p:nvCxnSpPr>
          <p:spPr>
            <a:xfrm>
              <a:off x="610194"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49" name="Google Shape;449;g321566f0535_0_466"/>
            <p:cNvCxnSpPr/>
            <p:nvPr/>
          </p:nvCxnSpPr>
          <p:spPr>
            <a:xfrm>
              <a:off x="1829332"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0" name="Google Shape;450;g321566f0535_0_466"/>
            <p:cNvCxnSpPr/>
            <p:nvPr/>
          </p:nvCxnSpPr>
          <p:spPr>
            <a:xfrm>
              <a:off x="3048470"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1" name="Google Shape;451;g321566f0535_0_466"/>
            <p:cNvCxnSpPr/>
            <p:nvPr/>
          </p:nvCxnSpPr>
          <p:spPr>
            <a:xfrm>
              <a:off x="4267608"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2" name="Google Shape;452;g321566f0535_0_466"/>
            <p:cNvCxnSpPr/>
            <p:nvPr/>
          </p:nvCxnSpPr>
          <p:spPr>
            <a:xfrm>
              <a:off x="5486746"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3" name="Google Shape;453;g321566f0535_0_466"/>
            <p:cNvCxnSpPr/>
            <p:nvPr/>
          </p:nvCxnSpPr>
          <p:spPr>
            <a:xfrm>
              <a:off x="6705884"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4" name="Google Shape;454;g321566f0535_0_466"/>
            <p:cNvCxnSpPr/>
            <p:nvPr/>
          </p:nvCxnSpPr>
          <p:spPr>
            <a:xfrm>
              <a:off x="7925022"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5" name="Google Shape;455;g321566f0535_0_466"/>
            <p:cNvCxnSpPr/>
            <p:nvPr/>
          </p:nvCxnSpPr>
          <p:spPr>
            <a:xfrm>
              <a:off x="9144160"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6" name="Google Shape;456;g321566f0535_0_466"/>
            <p:cNvCxnSpPr/>
            <p:nvPr/>
          </p:nvCxnSpPr>
          <p:spPr>
            <a:xfrm>
              <a:off x="10363298"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7" name="Google Shape;457;g321566f0535_0_466"/>
            <p:cNvCxnSpPr/>
            <p:nvPr/>
          </p:nvCxnSpPr>
          <p:spPr>
            <a:xfrm>
              <a:off x="11582436" y="0"/>
              <a:ext cx="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8" name="Google Shape;458;g321566f0535_0_466"/>
            <p:cNvCxnSpPr/>
            <p:nvPr/>
          </p:nvCxnSpPr>
          <p:spPr>
            <a:xfrm>
              <a:off x="2819" y="386485"/>
              <a:ext cx="12189000" cy="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59" name="Google Shape;459;g321566f0535_0_466"/>
            <p:cNvCxnSpPr/>
            <p:nvPr/>
          </p:nvCxnSpPr>
          <p:spPr>
            <a:xfrm>
              <a:off x="2819" y="1611181"/>
              <a:ext cx="12189000" cy="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0" name="Google Shape;460;g321566f0535_0_466"/>
            <p:cNvCxnSpPr/>
            <p:nvPr/>
          </p:nvCxnSpPr>
          <p:spPr>
            <a:xfrm>
              <a:off x="2819" y="2835877"/>
              <a:ext cx="12189000" cy="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1" name="Google Shape;461;g321566f0535_0_466"/>
            <p:cNvCxnSpPr/>
            <p:nvPr/>
          </p:nvCxnSpPr>
          <p:spPr>
            <a:xfrm>
              <a:off x="2819" y="4060573"/>
              <a:ext cx="12189000" cy="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2" name="Google Shape;462;g321566f0535_0_466"/>
            <p:cNvCxnSpPr/>
            <p:nvPr/>
          </p:nvCxnSpPr>
          <p:spPr>
            <a:xfrm>
              <a:off x="2819" y="5285269"/>
              <a:ext cx="12189000" cy="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3" name="Google Shape;463;g321566f0535_0_466"/>
            <p:cNvCxnSpPr/>
            <p:nvPr/>
          </p:nvCxnSpPr>
          <p:spPr>
            <a:xfrm>
              <a:off x="2819" y="6509965"/>
              <a:ext cx="12189000" cy="0"/>
            </a:xfrm>
            <a:prstGeom prst="straightConnector1">
              <a:avLst/>
            </a:prstGeom>
            <a:noFill/>
            <a:ln cap="flat" cmpd="sng" w="9525">
              <a:solidFill>
                <a:srgbClr val="D8D8D8">
                  <a:alpha val="34900"/>
                </a:srgbClr>
              </a:solidFill>
              <a:prstDash val="solid"/>
              <a:miter lim="800000"/>
              <a:headEnd len="sm" w="sm" type="none"/>
              <a:tailEnd len="sm" w="sm" type="none"/>
            </a:ln>
          </p:spPr>
        </p:cxnSp>
        <p:grpSp>
          <p:nvGrpSpPr>
            <p:cNvPr id="464" name="Google Shape;464;g321566f0535_0_466"/>
            <p:cNvGrpSpPr/>
            <p:nvPr/>
          </p:nvGrpSpPr>
          <p:grpSpPr>
            <a:xfrm>
              <a:off x="-120" y="0"/>
              <a:ext cx="12192217" cy="6858000"/>
              <a:chOff x="-120" y="0"/>
              <a:chExt cx="12192217" cy="6858000"/>
            </a:xfrm>
          </p:grpSpPr>
          <p:cxnSp>
            <p:nvCxnSpPr>
              <p:cNvPr id="465" name="Google Shape;465;g321566f0535_0_466"/>
              <p:cNvCxnSpPr/>
              <p:nvPr/>
            </p:nvCxnSpPr>
            <p:spPr>
              <a:xfrm>
                <a:off x="225425"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6" name="Google Shape;466;g321566f0535_0_466"/>
              <p:cNvCxnSpPr/>
              <p:nvPr/>
            </p:nvCxnSpPr>
            <p:spPr>
              <a:xfrm>
                <a:off x="1449154"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7" name="Google Shape;467;g321566f0535_0_466"/>
              <p:cNvCxnSpPr/>
              <p:nvPr/>
            </p:nvCxnSpPr>
            <p:spPr>
              <a:xfrm>
                <a:off x="2665982"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8" name="Google Shape;468;g321566f0535_0_466"/>
              <p:cNvCxnSpPr/>
              <p:nvPr/>
            </p:nvCxnSpPr>
            <p:spPr>
              <a:xfrm>
                <a:off x="3885119"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69" name="Google Shape;469;g321566f0535_0_466"/>
              <p:cNvCxnSpPr/>
              <p:nvPr/>
            </p:nvCxnSpPr>
            <p:spPr>
              <a:xfrm>
                <a:off x="5106502"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grpSp>
            <p:nvGrpSpPr>
              <p:cNvPr id="470" name="Google Shape;470;g321566f0535_0_466"/>
              <p:cNvGrpSpPr/>
              <p:nvPr/>
            </p:nvGrpSpPr>
            <p:grpSpPr>
              <a:xfrm>
                <a:off x="6327885" y="0"/>
                <a:ext cx="5864212" cy="5898600"/>
                <a:chOff x="6327885" y="0"/>
                <a:chExt cx="5864212" cy="5898600"/>
              </a:xfrm>
            </p:grpSpPr>
            <p:cxnSp>
              <p:nvCxnSpPr>
                <p:cNvPr id="471" name="Google Shape;471;g321566f0535_0_466"/>
                <p:cNvCxnSpPr/>
                <p:nvPr/>
              </p:nvCxnSpPr>
              <p:spPr>
                <a:xfrm>
                  <a:off x="6327885" y="0"/>
                  <a:ext cx="5864100" cy="58986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72" name="Google Shape;472;g321566f0535_0_466"/>
                <p:cNvCxnSpPr/>
                <p:nvPr/>
              </p:nvCxnSpPr>
              <p:spPr>
                <a:xfrm>
                  <a:off x="7549268" y="0"/>
                  <a:ext cx="4642800" cy="46725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73" name="Google Shape;473;g321566f0535_0_466"/>
                <p:cNvCxnSpPr/>
                <p:nvPr/>
              </p:nvCxnSpPr>
              <p:spPr>
                <a:xfrm>
                  <a:off x="8772997" y="0"/>
                  <a:ext cx="3419100" cy="34566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74" name="Google Shape;474;g321566f0535_0_466"/>
                <p:cNvCxnSpPr/>
                <p:nvPr/>
              </p:nvCxnSpPr>
              <p:spPr>
                <a:xfrm>
                  <a:off x="9982200" y="0"/>
                  <a:ext cx="2209800" cy="22266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75" name="Google Shape;475;g321566f0535_0_466"/>
                <p:cNvCxnSpPr/>
                <p:nvPr/>
              </p:nvCxnSpPr>
              <p:spPr>
                <a:xfrm>
                  <a:off x="11199019" y="0"/>
                  <a:ext cx="993000" cy="1002600"/>
                </a:xfrm>
                <a:prstGeom prst="straightConnector1">
                  <a:avLst/>
                </a:prstGeom>
                <a:noFill/>
                <a:ln cap="flat" cmpd="sng" w="9525">
                  <a:solidFill>
                    <a:srgbClr val="D8D8D8">
                      <a:alpha val="34900"/>
                    </a:srgbClr>
                  </a:solidFill>
                  <a:prstDash val="solid"/>
                  <a:miter lim="800000"/>
                  <a:headEnd len="sm" w="sm" type="none"/>
                  <a:tailEnd len="sm" w="sm" type="none"/>
                </a:ln>
              </p:spPr>
            </p:cxnSp>
          </p:grpSp>
          <p:cxnSp>
            <p:nvCxnSpPr>
              <p:cNvPr id="476" name="Google Shape;476;g321566f0535_0_466"/>
              <p:cNvCxnSpPr/>
              <p:nvPr/>
            </p:nvCxnSpPr>
            <p:spPr>
              <a:xfrm rot="10800000">
                <a:off x="110" y="1012198"/>
                <a:ext cx="5828700" cy="58458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77" name="Google Shape;477;g321566f0535_0_466"/>
              <p:cNvCxnSpPr/>
              <p:nvPr/>
            </p:nvCxnSpPr>
            <p:spPr>
              <a:xfrm rot="10800000">
                <a:off x="-120" y="2227198"/>
                <a:ext cx="4614900" cy="46308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78" name="Google Shape;478;g321566f0535_0_466"/>
              <p:cNvCxnSpPr/>
              <p:nvPr/>
            </p:nvCxnSpPr>
            <p:spPr>
              <a:xfrm rot="10800000">
                <a:off x="18" y="3432298"/>
                <a:ext cx="3398400" cy="34257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79" name="Google Shape;479;g321566f0535_0_466"/>
              <p:cNvCxnSpPr/>
              <p:nvPr/>
            </p:nvCxnSpPr>
            <p:spPr>
              <a:xfrm rot="10800000">
                <a:off x="-105" y="4651498"/>
                <a:ext cx="2196600" cy="22065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80" name="Google Shape;480;g321566f0535_0_466"/>
              <p:cNvCxnSpPr/>
              <p:nvPr/>
            </p:nvCxnSpPr>
            <p:spPr>
              <a:xfrm rot="10800000">
                <a:off x="2" y="5864398"/>
                <a:ext cx="987000" cy="993600"/>
              </a:xfrm>
              <a:prstGeom prst="straightConnector1">
                <a:avLst/>
              </a:prstGeom>
              <a:noFill/>
              <a:ln cap="flat" cmpd="sng" w="9525">
                <a:solidFill>
                  <a:srgbClr val="D8D8D8">
                    <a:alpha val="34900"/>
                  </a:srgbClr>
                </a:solidFill>
                <a:prstDash val="solid"/>
                <a:miter lim="800000"/>
                <a:headEnd len="sm" w="sm" type="none"/>
                <a:tailEnd len="sm" w="sm" type="none"/>
              </a:ln>
            </p:spPr>
          </p:cxnSp>
        </p:grpSp>
        <p:grpSp>
          <p:nvGrpSpPr>
            <p:cNvPr id="481" name="Google Shape;481;g321566f0535_0_466"/>
            <p:cNvGrpSpPr/>
            <p:nvPr/>
          </p:nvGrpSpPr>
          <p:grpSpPr>
            <a:xfrm flipH="1">
              <a:off x="-97" y="0"/>
              <a:ext cx="12192217" cy="6858000"/>
              <a:chOff x="-120" y="0"/>
              <a:chExt cx="12192217" cy="6858000"/>
            </a:xfrm>
          </p:grpSpPr>
          <p:cxnSp>
            <p:nvCxnSpPr>
              <p:cNvPr id="482" name="Google Shape;482;g321566f0535_0_466"/>
              <p:cNvCxnSpPr/>
              <p:nvPr/>
            </p:nvCxnSpPr>
            <p:spPr>
              <a:xfrm>
                <a:off x="225425"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83" name="Google Shape;483;g321566f0535_0_466"/>
              <p:cNvCxnSpPr/>
              <p:nvPr/>
            </p:nvCxnSpPr>
            <p:spPr>
              <a:xfrm>
                <a:off x="1449154"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84" name="Google Shape;484;g321566f0535_0_466"/>
              <p:cNvCxnSpPr/>
              <p:nvPr/>
            </p:nvCxnSpPr>
            <p:spPr>
              <a:xfrm>
                <a:off x="2665982"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85" name="Google Shape;485;g321566f0535_0_466"/>
              <p:cNvCxnSpPr/>
              <p:nvPr/>
            </p:nvCxnSpPr>
            <p:spPr>
              <a:xfrm>
                <a:off x="3885119"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86" name="Google Shape;486;g321566f0535_0_466"/>
              <p:cNvCxnSpPr/>
              <p:nvPr/>
            </p:nvCxnSpPr>
            <p:spPr>
              <a:xfrm>
                <a:off x="5150644" y="0"/>
                <a:ext cx="6816000" cy="6858000"/>
              </a:xfrm>
              <a:prstGeom prst="straightConnector1">
                <a:avLst/>
              </a:prstGeom>
              <a:noFill/>
              <a:ln cap="flat" cmpd="sng" w="9525">
                <a:solidFill>
                  <a:srgbClr val="D8D8D8">
                    <a:alpha val="34900"/>
                  </a:srgbClr>
                </a:solidFill>
                <a:prstDash val="solid"/>
                <a:miter lim="800000"/>
                <a:headEnd len="sm" w="sm" type="none"/>
                <a:tailEnd len="sm" w="sm" type="none"/>
              </a:ln>
            </p:spPr>
          </p:cxnSp>
          <p:grpSp>
            <p:nvGrpSpPr>
              <p:cNvPr id="487" name="Google Shape;487;g321566f0535_0_466"/>
              <p:cNvGrpSpPr/>
              <p:nvPr/>
            </p:nvGrpSpPr>
            <p:grpSpPr>
              <a:xfrm>
                <a:off x="6327885" y="0"/>
                <a:ext cx="5864212" cy="5898600"/>
                <a:chOff x="6327885" y="0"/>
                <a:chExt cx="5864212" cy="5898600"/>
              </a:xfrm>
            </p:grpSpPr>
            <p:cxnSp>
              <p:nvCxnSpPr>
                <p:cNvPr id="488" name="Google Shape;488;g321566f0535_0_466"/>
                <p:cNvCxnSpPr/>
                <p:nvPr/>
              </p:nvCxnSpPr>
              <p:spPr>
                <a:xfrm>
                  <a:off x="6327885" y="0"/>
                  <a:ext cx="5864100" cy="58986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89" name="Google Shape;489;g321566f0535_0_466"/>
                <p:cNvCxnSpPr/>
                <p:nvPr/>
              </p:nvCxnSpPr>
              <p:spPr>
                <a:xfrm>
                  <a:off x="7549268" y="0"/>
                  <a:ext cx="4642800" cy="46725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90" name="Google Shape;490;g321566f0535_0_466"/>
                <p:cNvCxnSpPr/>
                <p:nvPr/>
              </p:nvCxnSpPr>
              <p:spPr>
                <a:xfrm>
                  <a:off x="8772997" y="0"/>
                  <a:ext cx="3419100" cy="34566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91" name="Google Shape;491;g321566f0535_0_466"/>
                <p:cNvCxnSpPr/>
                <p:nvPr/>
              </p:nvCxnSpPr>
              <p:spPr>
                <a:xfrm>
                  <a:off x="9982200" y="0"/>
                  <a:ext cx="2209800" cy="22266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92" name="Google Shape;492;g321566f0535_0_466"/>
                <p:cNvCxnSpPr/>
                <p:nvPr/>
              </p:nvCxnSpPr>
              <p:spPr>
                <a:xfrm>
                  <a:off x="11199019" y="0"/>
                  <a:ext cx="993000" cy="1002600"/>
                </a:xfrm>
                <a:prstGeom prst="straightConnector1">
                  <a:avLst/>
                </a:prstGeom>
                <a:noFill/>
                <a:ln cap="flat" cmpd="sng" w="9525">
                  <a:solidFill>
                    <a:srgbClr val="D8D8D8">
                      <a:alpha val="34900"/>
                    </a:srgbClr>
                  </a:solidFill>
                  <a:prstDash val="solid"/>
                  <a:miter lim="800000"/>
                  <a:headEnd len="sm" w="sm" type="none"/>
                  <a:tailEnd len="sm" w="sm" type="none"/>
                </a:ln>
              </p:spPr>
            </p:cxnSp>
          </p:grpSp>
          <p:cxnSp>
            <p:nvCxnSpPr>
              <p:cNvPr id="493" name="Google Shape;493;g321566f0535_0_466"/>
              <p:cNvCxnSpPr/>
              <p:nvPr/>
            </p:nvCxnSpPr>
            <p:spPr>
              <a:xfrm rot="10800000">
                <a:off x="110" y="1012198"/>
                <a:ext cx="5828700" cy="58458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94" name="Google Shape;494;g321566f0535_0_466"/>
              <p:cNvCxnSpPr/>
              <p:nvPr/>
            </p:nvCxnSpPr>
            <p:spPr>
              <a:xfrm rot="10800000">
                <a:off x="-120" y="2227198"/>
                <a:ext cx="4614900" cy="46308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95" name="Google Shape;495;g321566f0535_0_466"/>
              <p:cNvCxnSpPr/>
              <p:nvPr/>
            </p:nvCxnSpPr>
            <p:spPr>
              <a:xfrm rot="10800000">
                <a:off x="18" y="3432298"/>
                <a:ext cx="3398400" cy="34257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96" name="Google Shape;496;g321566f0535_0_466"/>
              <p:cNvCxnSpPr/>
              <p:nvPr/>
            </p:nvCxnSpPr>
            <p:spPr>
              <a:xfrm rot="10800000">
                <a:off x="-105" y="4651498"/>
                <a:ext cx="2196600" cy="2206500"/>
              </a:xfrm>
              <a:prstGeom prst="straightConnector1">
                <a:avLst/>
              </a:prstGeom>
              <a:noFill/>
              <a:ln cap="flat" cmpd="sng" w="9525">
                <a:solidFill>
                  <a:srgbClr val="D8D8D8">
                    <a:alpha val="34900"/>
                  </a:srgbClr>
                </a:solidFill>
                <a:prstDash val="solid"/>
                <a:miter lim="800000"/>
                <a:headEnd len="sm" w="sm" type="none"/>
                <a:tailEnd len="sm" w="sm" type="none"/>
              </a:ln>
            </p:spPr>
          </p:cxnSp>
          <p:cxnSp>
            <p:nvCxnSpPr>
              <p:cNvPr id="497" name="Google Shape;497;g321566f0535_0_466"/>
              <p:cNvCxnSpPr/>
              <p:nvPr/>
            </p:nvCxnSpPr>
            <p:spPr>
              <a:xfrm rot="10800000">
                <a:off x="2" y="5864398"/>
                <a:ext cx="987000" cy="993600"/>
              </a:xfrm>
              <a:prstGeom prst="straightConnector1">
                <a:avLst/>
              </a:prstGeom>
              <a:noFill/>
              <a:ln cap="flat" cmpd="sng" w="9525">
                <a:solidFill>
                  <a:srgbClr val="D8D8D8">
                    <a:alpha val="34900"/>
                  </a:srgbClr>
                </a:solidFill>
                <a:prstDash val="solid"/>
                <a:miter lim="800000"/>
                <a:headEnd len="sm" w="sm" type="none"/>
                <a:tailEnd len="sm" w="sm" type="none"/>
              </a:ln>
            </p:spPr>
          </p:cxnSp>
        </p:grpSp>
      </p:grpSp>
      <p:sp>
        <p:nvSpPr>
          <p:cNvPr id="498" name="Google Shape;498;g321566f0535_0_466"/>
          <p:cNvSpPr txBox="1"/>
          <p:nvPr>
            <p:ph type="ctrTitle"/>
          </p:nvPr>
        </p:nvSpPr>
        <p:spPr>
          <a:xfrm>
            <a:off x="1293845" y="1909346"/>
            <a:ext cx="9604200" cy="3383400"/>
          </a:xfrm>
          <a:prstGeom prst="rect">
            <a:avLst/>
          </a:prstGeom>
          <a:noFill/>
          <a:ln>
            <a:noFill/>
          </a:ln>
        </p:spPr>
        <p:txBody>
          <a:bodyPr anchorCtr="0" anchor="b" bIns="45700" lIns="91425" spcFirstLastPara="1" rIns="91425" wrap="square" tIns="45700">
            <a:normAutofit/>
          </a:bodyPr>
          <a:lstStyle>
            <a:lvl1pPr lvl="0" algn="l">
              <a:lnSpc>
                <a:spcPct val="76000"/>
              </a:lnSpc>
              <a:spcBef>
                <a:spcPts val="0"/>
              </a:spcBef>
              <a:spcAft>
                <a:spcPts val="0"/>
              </a:spcAft>
              <a:buClr>
                <a:schemeClr val="dk1"/>
              </a:buClr>
              <a:buSzPts val="8000"/>
              <a:buFont typeface="Arial"/>
              <a:buNone/>
              <a:defRPr sz="8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9" name="Google Shape;499;g321566f0535_0_466"/>
          <p:cNvSpPr txBox="1"/>
          <p:nvPr>
            <p:ph idx="1" type="subTitle"/>
          </p:nvPr>
        </p:nvSpPr>
        <p:spPr>
          <a:xfrm>
            <a:off x="1293845" y="5432564"/>
            <a:ext cx="9604200" cy="4572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SzPts val="2000"/>
              <a:buNone/>
              <a:defRPr b="0" sz="2000">
                <a:solidFill>
                  <a:srgbClr val="266F8B"/>
                </a:solidFill>
              </a:defRPr>
            </a:lvl1pPr>
            <a:lvl2pPr lvl="1" algn="ctr">
              <a:lnSpc>
                <a:spcPct val="90000"/>
              </a:lnSpc>
              <a:spcBef>
                <a:spcPts val="1200"/>
              </a:spcBef>
              <a:spcAft>
                <a:spcPts val="0"/>
              </a:spcAft>
              <a:buSzPts val="2000"/>
              <a:buNone/>
              <a:defRPr sz="2000"/>
            </a:lvl2pPr>
            <a:lvl3pPr lvl="2" algn="ctr">
              <a:lnSpc>
                <a:spcPct val="90000"/>
              </a:lnSpc>
              <a:spcBef>
                <a:spcPts val="800"/>
              </a:spcBef>
              <a:spcAft>
                <a:spcPts val="0"/>
              </a:spcAft>
              <a:buSzPts val="1800"/>
              <a:buNone/>
              <a:defRPr sz="1800"/>
            </a:lvl3pPr>
            <a:lvl4pPr lvl="3" algn="ctr">
              <a:lnSpc>
                <a:spcPct val="90000"/>
              </a:lnSpc>
              <a:spcBef>
                <a:spcPts val="800"/>
              </a:spcBef>
              <a:spcAft>
                <a:spcPts val="0"/>
              </a:spcAft>
              <a:buSzPts val="1600"/>
              <a:buNone/>
              <a:defRPr sz="1600"/>
            </a:lvl4pPr>
            <a:lvl5pPr lvl="4" algn="ctr">
              <a:lnSpc>
                <a:spcPct val="90000"/>
              </a:lnSpc>
              <a:spcBef>
                <a:spcPts val="600"/>
              </a:spcBef>
              <a:spcAft>
                <a:spcPts val="0"/>
              </a:spcAft>
              <a:buSzPts val="1600"/>
              <a:buNone/>
              <a:defRPr sz="1600"/>
            </a:lvl5pPr>
            <a:lvl6pPr lvl="5" algn="ctr">
              <a:lnSpc>
                <a:spcPct val="90000"/>
              </a:lnSpc>
              <a:spcBef>
                <a:spcPts val="600"/>
              </a:spcBef>
              <a:spcAft>
                <a:spcPts val="0"/>
              </a:spcAft>
              <a:buSzPts val="1600"/>
              <a:buNone/>
              <a:defRPr sz="1600"/>
            </a:lvl6pPr>
            <a:lvl7pPr lvl="6" algn="ctr">
              <a:lnSpc>
                <a:spcPct val="90000"/>
              </a:lnSpc>
              <a:spcBef>
                <a:spcPts val="600"/>
              </a:spcBef>
              <a:spcAft>
                <a:spcPts val="0"/>
              </a:spcAft>
              <a:buSzPts val="1600"/>
              <a:buNone/>
              <a:defRPr sz="1600"/>
            </a:lvl7pPr>
            <a:lvl8pPr lvl="7" algn="ctr">
              <a:lnSpc>
                <a:spcPct val="90000"/>
              </a:lnSpc>
              <a:spcBef>
                <a:spcPts val="600"/>
              </a:spcBef>
              <a:spcAft>
                <a:spcPts val="0"/>
              </a:spcAft>
              <a:buSzPts val="1600"/>
              <a:buNone/>
              <a:defRPr sz="1600"/>
            </a:lvl8pPr>
            <a:lvl9pPr lvl="8" algn="ctr">
              <a:lnSpc>
                <a:spcPct val="90000"/>
              </a:lnSpc>
              <a:spcBef>
                <a:spcPts val="600"/>
              </a:spcBef>
              <a:spcAft>
                <a:spcPts val="0"/>
              </a:spcAft>
              <a:buSzPts val="1600"/>
              <a:buNone/>
              <a:defRPr sz="1600"/>
            </a:lvl9pPr>
          </a:lstStyle>
          <a:p/>
        </p:txBody>
      </p:sp>
      <p:cxnSp>
        <p:nvCxnSpPr>
          <p:cNvPr id="500" name="Google Shape;500;g321566f0535_0_466"/>
          <p:cNvCxnSpPr/>
          <p:nvPr/>
        </p:nvCxnSpPr>
        <p:spPr>
          <a:xfrm>
            <a:off x="1295400" y="5294175"/>
            <a:ext cx="9601200" cy="0"/>
          </a:xfrm>
          <a:prstGeom prst="straightConnector1">
            <a:avLst/>
          </a:prstGeom>
          <a:noFill/>
          <a:ln cap="flat" cmpd="sng" w="12700">
            <a:solidFill>
              <a:schemeClr val="accen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1" name="Shape 501"/>
        <p:cNvGrpSpPr/>
        <p:nvPr/>
      </p:nvGrpSpPr>
      <p:grpSpPr>
        <a:xfrm>
          <a:off x="0" y="0"/>
          <a:ext cx="0" cy="0"/>
          <a:chOff x="0" y="0"/>
          <a:chExt cx="0" cy="0"/>
        </a:xfrm>
      </p:grpSpPr>
      <p:sp>
        <p:nvSpPr>
          <p:cNvPr id="502" name="Google Shape;502;g321566f0535_0_521"/>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3" name="Google Shape;503;g321566f0535_0_521"/>
          <p:cNvSpPr txBox="1"/>
          <p:nvPr>
            <p:ph idx="1" type="body"/>
          </p:nvPr>
        </p:nvSpPr>
        <p:spPr>
          <a:xfrm>
            <a:off x="609600" y="1295400"/>
            <a:ext cx="10972800" cy="4724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504" name="Google Shape;504;g321566f0535_0_521"/>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5" name="Google Shape;505;g321566f0535_0_521"/>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6" name="Google Shape;506;g321566f0535_0_521"/>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gradFill>
          <a:gsLst>
            <a:gs pos="0">
              <a:schemeClr val="accent1"/>
            </a:gs>
            <a:gs pos="97000">
              <a:srgbClr val="297694"/>
            </a:gs>
            <a:gs pos="100000">
              <a:srgbClr val="297694"/>
            </a:gs>
          </a:gsLst>
          <a:path path="circle">
            <a:fillToRect b="50%" l="50%" r="50%" t="50%"/>
          </a:path>
          <a:tileRect/>
        </a:gradFill>
      </p:bgPr>
    </p:bg>
    <p:spTree>
      <p:nvGrpSpPr>
        <p:cNvPr id="507" name="Shape 507"/>
        <p:cNvGrpSpPr/>
        <p:nvPr/>
      </p:nvGrpSpPr>
      <p:grpSpPr>
        <a:xfrm>
          <a:off x="0" y="0"/>
          <a:ext cx="0" cy="0"/>
          <a:chOff x="0" y="0"/>
          <a:chExt cx="0" cy="0"/>
        </a:xfrm>
      </p:grpSpPr>
      <p:grpSp>
        <p:nvGrpSpPr>
          <p:cNvPr id="508" name="Google Shape;508;g321566f0535_0_527"/>
          <p:cNvGrpSpPr/>
          <p:nvPr/>
        </p:nvGrpSpPr>
        <p:grpSpPr>
          <a:xfrm>
            <a:off x="-120" y="0"/>
            <a:ext cx="12192240" cy="6858000"/>
            <a:chOff x="-120" y="0"/>
            <a:chExt cx="12192240" cy="6858000"/>
          </a:xfrm>
        </p:grpSpPr>
        <p:cxnSp>
          <p:nvCxnSpPr>
            <p:cNvPr id="509" name="Google Shape;509;g321566f0535_0_527"/>
            <p:cNvCxnSpPr/>
            <p:nvPr/>
          </p:nvCxnSpPr>
          <p:spPr>
            <a:xfrm>
              <a:off x="610194"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0" name="Google Shape;510;g321566f0535_0_527"/>
            <p:cNvCxnSpPr/>
            <p:nvPr/>
          </p:nvCxnSpPr>
          <p:spPr>
            <a:xfrm>
              <a:off x="1829332"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1" name="Google Shape;511;g321566f0535_0_527"/>
            <p:cNvCxnSpPr/>
            <p:nvPr/>
          </p:nvCxnSpPr>
          <p:spPr>
            <a:xfrm>
              <a:off x="3048470"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2" name="Google Shape;512;g321566f0535_0_527"/>
            <p:cNvCxnSpPr/>
            <p:nvPr/>
          </p:nvCxnSpPr>
          <p:spPr>
            <a:xfrm>
              <a:off x="4267608"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3" name="Google Shape;513;g321566f0535_0_527"/>
            <p:cNvCxnSpPr/>
            <p:nvPr/>
          </p:nvCxnSpPr>
          <p:spPr>
            <a:xfrm>
              <a:off x="5486746"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4" name="Google Shape;514;g321566f0535_0_527"/>
            <p:cNvCxnSpPr/>
            <p:nvPr/>
          </p:nvCxnSpPr>
          <p:spPr>
            <a:xfrm>
              <a:off x="6705884"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5" name="Google Shape;515;g321566f0535_0_527"/>
            <p:cNvCxnSpPr/>
            <p:nvPr/>
          </p:nvCxnSpPr>
          <p:spPr>
            <a:xfrm>
              <a:off x="7925022"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6" name="Google Shape;516;g321566f0535_0_527"/>
            <p:cNvCxnSpPr/>
            <p:nvPr/>
          </p:nvCxnSpPr>
          <p:spPr>
            <a:xfrm>
              <a:off x="9144160"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7" name="Google Shape;517;g321566f0535_0_527"/>
            <p:cNvCxnSpPr/>
            <p:nvPr/>
          </p:nvCxnSpPr>
          <p:spPr>
            <a:xfrm>
              <a:off x="10363298"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8" name="Google Shape;518;g321566f0535_0_527"/>
            <p:cNvCxnSpPr/>
            <p:nvPr/>
          </p:nvCxnSpPr>
          <p:spPr>
            <a:xfrm>
              <a:off x="11582436"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19" name="Google Shape;519;g321566f0535_0_527"/>
            <p:cNvCxnSpPr/>
            <p:nvPr/>
          </p:nvCxnSpPr>
          <p:spPr>
            <a:xfrm>
              <a:off x="2819" y="386485"/>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0" name="Google Shape;520;g321566f0535_0_527"/>
            <p:cNvCxnSpPr/>
            <p:nvPr/>
          </p:nvCxnSpPr>
          <p:spPr>
            <a:xfrm>
              <a:off x="2819" y="1611181"/>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1" name="Google Shape;521;g321566f0535_0_527"/>
            <p:cNvCxnSpPr/>
            <p:nvPr/>
          </p:nvCxnSpPr>
          <p:spPr>
            <a:xfrm>
              <a:off x="2819" y="2835877"/>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2" name="Google Shape;522;g321566f0535_0_527"/>
            <p:cNvCxnSpPr/>
            <p:nvPr/>
          </p:nvCxnSpPr>
          <p:spPr>
            <a:xfrm>
              <a:off x="2819" y="4060573"/>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3" name="Google Shape;523;g321566f0535_0_527"/>
            <p:cNvCxnSpPr/>
            <p:nvPr/>
          </p:nvCxnSpPr>
          <p:spPr>
            <a:xfrm>
              <a:off x="2819" y="5285269"/>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4" name="Google Shape;524;g321566f0535_0_527"/>
            <p:cNvCxnSpPr/>
            <p:nvPr/>
          </p:nvCxnSpPr>
          <p:spPr>
            <a:xfrm>
              <a:off x="2819" y="6509965"/>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525" name="Google Shape;525;g321566f0535_0_527"/>
            <p:cNvGrpSpPr/>
            <p:nvPr/>
          </p:nvGrpSpPr>
          <p:grpSpPr>
            <a:xfrm>
              <a:off x="-120" y="0"/>
              <a:ext cx="12192217" cy="6858000"/>
              <a:chOff x="-120" y="0"/>
              <a:chExt cx="12192217" cy="6858000"/>
            </a:xfrm>
          </p:grpSpPr>
          <p:cxnSp>
            <p:nvCxnSpPr>
              <p:cNvPr id="526" name="Google Shape;526;g321566f0535_0_527"/>
              <p:cNvCxnSpPr/>
              <p:nvPr/>
            </p:nvCxnSpPr>
            <p:spPr>
              <a:xfrm>
                <a:off x="225425"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7" name="Google Shape;527;g321566f0535_0_527"/>
              <p:cNvCxnSpPr/>
              <p:nvPr/>
            </p:nvCxnSpPr>
            <p:spPr>
              <a:xfrm>
                <a:off x="144915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8" name="Google Shape;528;g321566f0535_0_527"/>
              <p:cNvCxnSpPr/>
              <p:nvPr/>
            </p:nvCxnSpPr>
            <p:spPr>
              <a:xfrm>
                <a:off x="266598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29" name="Google Shape;529;g321566f0535_0_527"/>
              <p:cNvCxnSpPr/>
              <p:nvPr/>
            </p:nvCxnSpPr>
            <p:spPr>
              <a:xfrm>
                <a:off x="3885119"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30" name="Google Shape;530;g321566f0535_0_527"/>
              <p:cNvCxnSpPr/>
              <p:nvPr/>
            </p:nvCxnSpPr>
            <p:spPr>
              <a:xfrm>
                <a:off x="510650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531" name="Google Shape;531;g321566f0535_0_527"/>
              <p:cNvGrpSpPr/>
              <p:nvPr/>
            </p:nvGrpSpPr>
            <p:grpSpPr>
              <a:xfrm>
                <a:off x="6327885" y="0"/>
                <a:ext cx="5864212" cy="5898600"/>
                <a:chOff x="6327885" y="0"/>
                <a:chExt cx="5864212" cy="5898600"/>
              </a:xfrm>
            </p:grpSpPr>
            <p:cxnSp>
              <p:nvCxnSpPr>
                <p:cNvPr id="532" name="Google Shape;532;g321566f0535_0_527"/>
                <p:cNvCxnSpPr/>
                <p:nvPr/>
              </p:nvCxnSpPr>
              <p:spPr>
                <a:xfrm>
                  <a:off x="6327885" y="0"/>
                  <a:ext cx="5864100" cy="5898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33" name="Google Shape;533;g321566f0535_0_527"/>
                <p:cNvCxnSpPr/>
                <p:nvPr/>
              </p:nvCxnSpPr>
              <p:spPr>
                <a:xfrm>
                  <a:off x="7549268" y="0"/>
                  <a:ext cx="4642800" cy="4672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34" name="Google Shape;534;g321566f0535_0_527"/>
                <p:cNvCxnSpPr/>
                <p:nvPr/>
              </p:nvCxnSpPr>
              <p:spPr>
                <a:xfrm>
                  <a:off x="8772997" y="0"/>
                  <a:ext cx="3419100" cy="345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35" name="Google Shape;535;g321566f0535_0_527"/>
                <p:cNvCxnSpPr/>
                <p:nvPr/>
              </p:nvCxnSpPr>
              <p:spPr>
                <a:xfrm>
                  <a:off x="9982200" y="0"/>
                  <a:ext cx="2209800" cy="222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36" name="Google Shape;536;g321566f0535_0_527"/>
                <p:cNvCxnSpPr/>
                <p:nvPr/>
              </p:nvCxnSpPr>
              <p:spPr>
                <a:xfrm>
                  <a:off x="11199019" y="0"/>
                  <a:ext cx="993000" cy="1002600"/>
                </a:xfrm>
                <a:prstGeom prst="straightConnector1">
                  <a:avLst/>
                </a:prstGeom>
                <a:noFill/>
                <a:ln cap="flat" cmpd="sng" w="9525">
                  <a:solidFill>
                    <a:srgbClr val="266F8B">
                      <a:alpha val="24710"/>
                    </a:srgbClr>
                  </a:solidFill>
                  <a:prstDash val="solid"/>
                  <a:miter lim="800000"/>
                  <a:headEnd len="sm" w="sm" type="none"/>
                  <a:tailEnd len="sm" w="sm" type="none"/>
                </a:ln>
              </p:spPr>
            </p:cxnSp>
          </p:grpSp>
          <p:cxnSp>
            <p:nvCxnSpPr>
              <p:cNvPr id="537" name="Google Shape;537;g321566f0535_0_527"/>
              <p:cNvCxnSpPr/>
              <p:nvPr/>
            </p:nvCxnSpPr>
            <p:spPr>
              <a:xfrm rot="10800000">
                <a:off x="110" y="1012198"/>
                <a:ext cx="5828700" cy="5845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38" name="Google Shape;538;g321566f0535_0_527"/>
              <p:cNvCxnSpPr/>
              <p:nvPr/>
            </p:nvCxnSpPr>
            <p:spPr>
              <a:xfrm rot="10800000">
                <a:off x="-120" y="2227198"/>
                <a:ext cx="4614900" cy="4630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39" name="Google Shape;539;g321566f0535_0_527"/>
              <p:cNvCxnSpPr/>
              <p:nvPr/>
            </p:nvCxnSpPr>
            <p:spPr>
              <a:xfrm rot="10800000">
                <a:off x="18" y="3432298"/>
                <a:ext cx="3398400" cy="34257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40" name="Google Shape;540;g321566f0535_0_527"/>
              <p:cNvCxnSpPr/>
              <p:nvPr/>
            </p:nvCxnSpPr>
            <p:spPr>
              <a:xfrm rot="10800000">
                <a:off x="-105" y="4651498"/>
                <a:ext cx="2196600" cy="2206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41" name="Google Shape;541;g321566f0535_0_527"/>
              <p:cNvCxnSpPr/>
              <p:nvPr/>
            </p:nvCxnSpPr>
            <p:spPr>
              <a:xfrm rot="10800000">
                <a:off x="2" y="5864398"/>
                <a:ext cx="987000" cy="993600"/>
              </a:xfrm>
              <a:prstGeom prst="straightConnector1">
                <a:avLst/>
              </a:prstGeom>
              <a:noFill/>
              <a:ln cap="flat" cmpd="sng" w="9525">
                <a:solidFill>
                  <a:srgbClr val="266F8B">
                    <a:alpha val="24710"/>
                  </a:srgbClr>
                </a:solidFill>
                <a:prstDash val="solid"/>
                <a:miter lim="800000"/>
                <a:headEnd len="sm" w="sm" type="none"/>
                <a:tailEnd len="sm" w="sm" type="none"/>
              </a:ln>
            </p:spPr>
          </p:cxnSp>
        </p:grpSp>
        <p:grpSp>
          <p:nvGrpSpPr>
            <p:cNvPr id="542" name="Google Shape;542;g321566f0535_0_527"/>
            <p:cNvGrpSpPr/>
            <p:nvPr/>
          </p:nvGrpSpPr>
          <p:grpSpPr>
            <a:xfrm flipH="1">
              <a:off x="-97" y="0"/>
              <a:ext cx="12192217" cy="6858000"/>
              <a:chOff x="-120" y="0"/>
              <a:chExt cx="12192217" cy="6858000"/>
            </a:xfrm>
          </p:grpSpPr>
          <p:cxnSp>
            <p:nvCxnSpPr>
              <p:cNvPr id="543" name="Google Shape;543;g321566f0535_0_527"/>
              <p:cNvCxnSpPr/>
              <p:nvPr/>
            </p:nvCxnSpPr>
            <p:spPr>
              <a:xfrm>
                <a:off x="225425"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44" name="Google Shape;544;g321566f0535_0_527"/>
              <p:cNvCxnSpPr/>
              <p:nvPr/>
            </p:nvCxnSpPr>
            <p:spPr>
              <a:xfrm>
                <a:off x="144915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45" name="Google Shape;545;g321566f0535_0_527"/>
              <p:cNvCxnSpPr/>
              <p:nvPr/>
            </p:nvCxnSpPr>
            <p:spPr>
              <a:xfrm>
                <a:off x="266598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46" name="Google Shape;546;g321566f0535_0_527"/>
              <p:cNvCxnSpPr/>
              <p:nvPr/>
            </p:nvCxnSpPr>
            <p:spPr>
              <a:xfrm>
                <a:off x="3885119"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47" name="Google Shape;547;g321566f0535_0_527"/>
              <p:cNvCxnSpPr/>
              <p:nvPr/>
            </p:nvCxnSpPr>
            <p:spPr>
              <a:xfrm>
                <a:off x="515064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548" name="Google Shape;548;g321566f0535_0_527"/>
              <p:cNvGrpSpPr/>
              <p:nvPr/>
            </p:nvGrpSpPr>
            <p:grpSpPr>
              <a:xfrm>
                <a:off x="6327885" y="0"/>
                <a:ext cx="5864212" cy="5898600"/>
                <a:chOff x="6327885" y="0"/>
                <a:chExt cx="5864212" cy="5898600"/>
              </a:xfrm>
            </p:grpSpPr>
            <p:cxnSp>
              <p:nvCxnSpPr>
                <p:cNvPr id="549" name="Google Shape;549;g321566f0535_0_527"/>
                <p:cNvCxnSpPr/>
                <p:nvPr/>
              </p:nvCxnSpPr>
              <p:spPr>
                <a:xfrm>
                  <a:off x="6327885" y="0"/>
                  <a:ext cx="5864100" cy="5898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0" name="Google Shape;550;g321566f0535_0_527"/>
                <p:cNvCxnSpPr/>
                <p:nvPr/>
              </p:nvCxnSpPr>
              <p:spPr>
                <a:xfrm>
                  <a:off x="7549268" y="0"/>
                  <a:ext cx="4642800" cy="4672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1" name="Google Shape;551;g321566f0535_0_527"/>
                <p:cNvCxnSpPr/>
                <p:nvPr/>
              </p:nvCxnSpPr>
              <p:spPr>
                <a:xfrm>
                  <a:off x="8772997" y="0"/>
                  <a:ext cx="3419100" cy="345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2" name="Google Shape;552;g321566f0535_0_527"/>
                <p:cNvCxnSpPr/>
                <p:nvPr/>
              </p:nvCxnSpPr>
              <p:spPr>
                <a:xfrm>
                  <a:off x="9982200" y="0"/>
                  <a:ext cx="2209800" cy="222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3" name="Google Shape;553;g321566f0535_0_527"/>
                <p:cNvCxnSpPr/>
                <p:nvPr/>
              </p:nvCxnSpPr>
              <p:spPr>
                <a:xfrm>
                  <a:off x="11199019" y="0"/>
                  <a:ext cx="993000" cy="1002600"/>
                </a:xfrm>
                <a:prstGeom prst="straightConnector1">
                  <a:avLst/>
                </a:prstGeom>
                <a:noFill/>
                <a:ln cap="flat" cmpd="sng" w="9525">
                  <a:solidFill>
                    <a:srgbClr val="266F8B">
                      <a:alpha val="24710"/>
                    </a:srgbClr>
                  </a:solidFill>
                  <a:prstDash val="solid"/>
                  <a:miter lim="800000"/>
                  <a:headEnd len="sm" w="sm" type="none"/>
                  <a:tailEnd len="sm" w="sm" type="none"/>
                </a:ln>
              </p:spPr>
            </p:cxnSp>
          </p:grpSp>
          <p:cxnSp>
            <p:nvCxnSpPr>
              <p:cNvPr id="554" name="Google Shape;554;g321566f0535_0_527"/>
              <p:cNvCxnSpPr/>
              <p:nvPr/>
            </p:nvCxnSpPr>
            <p:spPr>
              <a:xfrm rot="10800000">
                <a:off x="110" y="1012198"/>
                <a:ext cx="5828700" cy="5845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5" name="Google Shape;555;g321566f0535_0_527"/>
              <p:cNvCxnSpPr/>
              <p:nvPr/>
            </p:nvCxnSpPr>
            <p:spPr>
              <a:xfrm rot="10800000">
                <a:off x="-120" y="2227198"/>
                <a:ext cx="4614900" cy="4630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6" name="Google Shape;556;g321566f0535_0_527"/>
              <p:cNvCxnSpPr/>
              <p:nvPr/>
            </p:nvCxnSpPr>
            <p:spPr>
              <a:xfrm rot="10800000">
                <a:off x="18" y="3432298"/>
                <a:ext cx="3398400" cy="34257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7" name="Google Shape;557;g321566f0535_0_527"/>
              <p:cNvCxnSpPr/>
              <p:nvPr/>
            </p:nvCxnSpPr>
            <p:spPr>
              <a:xfrm rot="10800000">
                <a:off x="-105" y="4651498"/>
                <a:ext cx="2196600" cy="2206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558" name="Google Shape;558;g321566f0535_0_527"/>
              <p:cNvCxnSpPr/>
              <p:nvPr/>
            </p:nvCxnSpPr>
            <p:spPr>
              <a:xfrm rot="10800000">
                <a:off x="2" y="5864398"/>
                <a:ext cx="987000" cy="993600"/>
              </a:xfrm>
              <a:prstGeom prst="straightConnector1">
                <a:avLst/>
              </a:prstGeom>
              <a:noFill/>
              <a:ln cap="flat" cmpd="sng" w="9525">
                <a:solidFill>
                  <a:srgbClr val="266F8B">
                    <a:alpha val="24710"/>
                  </a:srgbClr>
                </a:solidFill>
                <a:prstDash val="solid"/>
                <a:miter lim="800000"/>
                <a:headEnd len="sm" w="sm" type="none"/>
                <a:tailEnd len="sm" w="sm" type="none"/>
              </a:ln>
            </p:spPr>
          </p:cxnSp>
        </p:grpSp>
      </p:grpSp>
      <p:sp>
        <p:nvSpPr>
          <p:cNvPr id="559" name="Google Shape;559;g321566f0535_0_527"/>
          <p:cNvSpPr txBox="1"/>
          <p:nvPr>
            <p:ph type="title"/>
          </p:nvPr>
        </p:nvSpPr>
        <p:spPr>
          <a:xfrm>
            <a:off x="1295400" y="2541573"/>
            <a:ext cx="9601200" cy="27432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chemeClr val="lt1"/>
              </a:buClr>
              <a:buSzPts val="6000"/>
              <a:buFont typeface="Arial"/>
              <a:buNone/>
              <a:defRPr sz="6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0" name="Google Shape;560;g321566f0535_0_527"/>
          <p:cNvSpPr txBox="1"/>
          <p:nvPr>
            <p:ph idx="1" type="body"/>
          </p:nvPr>
        </p:nvSpPr>
        <p:spPr>
          <a:xfrm>
            <a:off x="1295400" y="5431536"/>
            <a:ext cx="960120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lt1"/>
                </a:solidFill>
              </a:defRPr>
            </a:lvl1pPr>
            <a:lvl2pPr indent="-228600" lvl="1" marL="914400" algn="l">
              <a:lnSpc>
                <a:spcPct val="90000"/>
              </a:lnSpc>
              <a:spcBef>
                <a:spcPts val="1200"/>
              </a:spcBef>
              <a:spcAft>
                <a:spcPts val="0"/>
              </a:spcAft>
              <a:buSzPts val="2000"/>
              <a:buNone/>
              <a:defRPr sz="2000"/>
            </a:lvl2pPr>
            <a:lvl3pPr indent="-228600" lvl="2" marL="1371600" algn="l">
              <a:lnSpc>
                <a:spcPct val="90000"/>
              </a:lnSpc>
              <a:spcBef>
                <a:spcPts val="800"/>
              </a:spcBef>
              <a:spcAft>
                <a:spcPts val="0"/>
              </a:spcAft>
              <a:buSzPts val="1800"/>
              <a:buNone/>
              <a:defRPr sz="1800"/>
            </a:lvl3pPr>
            <a:lvl4pPr indent="-228600" lvl="3" marL="1828800" algn="l">
              <a:lnSpc>
                <a:spcPct val="90000"/>
              </a:lnSpc>
              <a:spcBef>
                <a:spcPts val="800"/>
              </a:spcBef>
              <a:spcAft>
                <a:spcPts val="0"/>
              </a:spcAft>
              <a:buSzPts val="1600"/>
              <a:buNone/>
              <a:defRPr sz="1600"/>
            </a:lvl4pPr>
            <a:lvl5pPr indent="-228600" lvl="4" marL="2286000" algn="l">
              <a:lnSpc>
                <a:spcPct val="90000"/>
              </a:lnSpc>
              <a:spcBef>
                <a:spcPts val="600"/>
              </a:spcBef>
              <a:spcAft>
                <a:spcPts val="0"/>
              </a:spcAft>
              <a:buSzPts val="1600"/>
              <a:buNone/>
              <a:defRPr sz="1600"/>
            </a:lvl5pPr>
            <a:lvl6pPr indent="-228600" lvl="5" marL="2743200" algn="l">
              <a:lnSpc>
                <a:spcPct val="90000"/>
              </a:lnSpc>
              <a:spcBef>
                <a:spcPts val="600"/>
              </a:spcBef>
              <a:spcAft>
                <a:spcPts val="0"/>
              </a:spcAft>
              <a:buSzPts val="1600"/>
              <a:buNone/>
              <a:defRPr sz="1600"/>
            </a:lvl6pPr>
            <a:lvl7pPr indent="-228600" lvl="6" marL="3200400" algn="l">
              <a:lnSpc>
                <a:spcPct val="90000"/>
              </a:lnSpc>
              <a:spcBef>
                <a:spcPts val="600"/>
              </a:spcBef>
              <a:spcAft>
                <a:spcPts val="0"/>
              </a:spcAft>
              <a:buSzPts val="1600"/>
              <a:buNone/>
              <a:defRPr sz="1600"/>
            </a:lvl7pPr>
            <a:lvl8pPr indent="-228600" lvl="7" marL="3657600" algn="l">
              <a:lnSpc>
                <a:spcPct val="90000"/>
              </a:lnSpc>
              <a:spcBef>
                <a:spcPts val="600"/>
              </a:spcBef>
              <a:spcAft>
                <a:spcPts val="0"/>
              </a:spcAft>
              <a:buSzPts val="1600"/>
              <a:buNone/>
              <a:defRPr sz="1600"/>
            </a:lvl8pPr>
            <a:lvl9pPr indent="-228600" lvl="8" marL="4114800" algn="l">
              <a:lnSpc>
                <a:spcPct val="90000"/>
              </a:lnSpc>
              <a:spcBef>
                <a:spcPts val="600"/>
              </a:spcBef>
              <a:spcAft>
                <a:spcPts val="0"/>
              </a:spcAft>
              <a:buSzPts val="1600"/>
              <a:buNone/>
              <a:defRPr sz="1600"/>
            </a:lvl9pPr>
          </a:lstStyle>
          <a:p/>
        </p:txBody>
      </p:sp>
      <p:cxnSp>
        <p:nvCxnSpPr>
          <p:cNvPr id="561" name="Google Shape;561;g321566f0535_0_527"/>
          <p:cNvCxnSpPr/>
          <p:nvPr/>
        </p:nvCxnSpPr>
        <p:spPr>
          <a:xfrm>
            <a:off x="1295400" y="5294175"/>
            <a:ext cx="9601200" cy="0"/>
          </a:xfrm>
          <a:prstGeom prst="straightConnector1">
            <a:avLst/>
          </a:prstGeom>
          <a:noFill/>
          <a:ln cap="flat" cmpd="sng" w="12700">
            <a:solidFill>
              <a:schemeClr val="lt1"/>
            </a:solidFill>
            <a:prstDash val="solid"/>
            <a:miter lim="800000"/>
            <a:headEnd len="sm" w="sm" type="none"/>
            <a:tailEnd len="sm" w="sm" type="none"/>
          </a:ln>
        </p:spPr>
      </p:cxn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2" name="Shape 562"/>
        <p:cNvGrpSpPr/>
        <p:nvPr/>
      </p:nvGrpSpPr>
      <p:grpSpPr>
        <a:xfrm>
          <a:off x="0" y="0"/>
          <a:ext cx="0" cy="0"/>
          <a:chOff x="0" y="0"/>
          <a:chExt cx="0" cy="0"/>
        </a:xfrm>
      </p:grpSpPr>
      <p:sp>
        <p:nvSpPr>
          <p:cNvPr id="563" name="Google Shape;563;g321566f0535_0_582"/>
          <p:cNvSpPr txBox="1"/>
          <p:nvPr>
            <p:ph type="title"/>
          </p:nvPr>
        </p:nvSpPr>
        <p:spPr>
          <a:xfrm>
            <a:off x="1295400" y="503853"/>
            <a:ext cx="9601200" cy="1142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4" name="Google Shape;564;g321566f0535_0_582"/>
          <p:cNvSpPr txBox="1"/>
          <p:nvPr>
            <p:ph idx="1" type="body"/>
          </p:nvPr>
        </p:nvSpPr>
        <p:spPr>
          <a:xfrm>
            <a:off x="1295400" y="1981199"/>
            <a:ext cx="4572000" cy="3810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565" name="Google Shape;565;g321566f0535_0_582"/>
          <p:cNvSpPr txBox="1"/>
          <p:nvPr>
            <p:ph idx="2" type="body"/>
          </p:nvPr>
        </p:nvSpPr>
        <p:spPr>
          <a:xfrm>
            <a:off x="6324600" y="1981199"/>
            <a:ext cx="4572000" cy="3810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42900" lvl="5" marL="2743200" algn="l">
              <a:lnSpc>
                <a:spcPct val="90000"/>
              </a:lnSpc>
              <a:spcBef>
                <a:spcPts val="600"/>
              </a:spcBef>
              <a:spcAft>
                <a:spcPts val="0"/>
              </a:spcAft>
              <a:buSzPts val="1800"/>
              <a:buChar char="▪"/>
              <a:defRPr sz="1800"/>
            </a:lvl6pPr>
            <a:lvl7pPr indent="-342900" lvl="6" marL="3200400" algn="l">
              <a:lnSpc>
                <a:spcPct val="90000"/>
              </a:lnSpc>
              <a:spcBef>
                <a:spcPts val="600"/>
              </a:spcBef>
              <a:spcAft>
                <a:spcPts val="0"/>
              </a:spcAft>
              <a:buSzPts val="1800"/>
              <a:buChar char="▪"/>
              <a:defRPr sz="1800"/>
            </a:lvl7pPr>
            <a:lvl8pPr indent="-342900" lvl="7" marL="3657600" algn="l">
              <a:lnSpc>
                <a:spcPct val="90000"/>
              </a:lnSpc>
              <a:spcBef>
                <a:spcPts val="600"/>
              </a:spcBef>
              <a:spcAft>
                <a:spcPts val="0"/>
              </a:spcAft>
              <a:buSzPts val="1800"/>
              <a:buChar char="▪"/>
              <a:defRPr sz="1800"/>
            </a:lvl8pPr>
            <a:lvl9pPr indent="-228600" lvl="8" marL="4114800" algn="l">
              <a:lnSpc>
                <a:spcPct val="90000"/>
              </a:lnSpc>
              <a:spcBef>
                <a:spcPts val="600"/>
              </a:spcBef>
              <a:spcAft>
                <a:spcPts val="0"/>
              </a:spcAft>
              <a:buSzPts val="1800"/>
              <a:buNone/>
              <a:defRPr sz="1800"/>
            </a:lvl9pPr>
          </a:lstStyle>
          <a:p/>
        </p:txBody>
      </p:sp>
      <p:sp>
        <p:nvSpPr>
          <p:cNvPr id="566" name="Google Shape;566;g321566f0535_0_582"/>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7" name="Google Shape;567;g321566f0535_0_582"/>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8" name="Google Shape;568;g321566f0535_0_582"/>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69" name="Shape 569"/>
        <p:cNvGrpSpPr/>
        <p:nvPr/>
      </p:nvGrpSpPr>
      <p:grpSpPr>
        <a:xfrm>
          <a:off x="0" y="0"/>
          <a:ext cx="0" cy="0"/>
          <a:chOff x="0" y="0"/>
          <a:chExt cx="0" cy="0"/>
        </a:xfrm>
      </p:grpSpPr>
      <p:sp>
        <p:nvSpPr>
          <p:cNvPr id="570" name="Google Shape;570;g321566f0535_0_589"/>
          <p:cNvSpPr txBox="1"/>
          <p:nvPr>
            <p:ph type="title"/>
          </p:nvPr>
        </p:nvSpPr>
        <p:spPr>
          <a:xfrm>
            <a:off x="1295400" y="503853"/>
            <a:ext cx="9601200" cy="1142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1" name="Google Shape;571;g321566f0535_0_589"/>
          <p:cNvSpPr txBox="1"/>
          <p:nvPr>
            <p:ph idx="1" type="body"/>
          </p:nvPr>
        </p:nvSpPr>
        <p:spPr>
          <a:xfrm>
            <a:off x="1295400" y="1818322"/>
            <a:ext cx="4572000" cy="6414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572" name="Google Shape;572;g321566f0535_0_589"/>
          <p:cNvSpPr txBox="1"/>
          <p:nvPr>
            <p:ph idx="2" type="body"/>
          </p:nvPr>
        </p:nvSpPr>
        <p:spPr>
          <a:xfrm>
            <a:off x="1295400" y="2503713"/>
            <a:ext cx="4572000" cy="32874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573" name="Google Shape;573;g321566f0535_0_589"/>
          <p:cNvSpPr txBox="1"/>
          <p:nvPr>
            <p:ph idx="3" type="body"/>
          </p:nvPr>
        </p:nvSpPr>
        <p:spPr>
          <a:xfrm>
            <a:off x="6324600" y="1818322"/>
            <a:ext cx="4572000" cy="64140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0"/>
              </a:spcBef>
              <a:spcAft>
                <a:spcPts val="0"/>
              </a:spcAft>
              <a:buSzPts val="2000"/>
              <a:buNone/>
              <a:defRPr b="0" sz="2000">
                <a:solidFill>
                  <a:schemeClr val="accent1"/>
                </a:solidFill>
              </a:defRPr>
            </a:lvl1pPr>
            <a:lvl2pPr indent="-228600" lvl="1" marL="914400" algn="l">
              <a:lnSpc>
                <a:spcPct val="90000"/>
              </a:lnSpc>
              <a:spcBef>
                <a:spcPts val="1200"/>
              </a:spcBef>
              <a:spcAft>
                <a:spcPts val="0"/>
              </a:spcAft>
              <a:buSzPts val="2000"/>
              <a:buNone/>
              <a:defRPr b="1" sz="2000"/>
            </a:lvl2pPr>
            <a:lvl3pPr indent="-228600" lvl="2" marL="1371600" algn="l">
              <a:lnSpc>
                <a:spcPct val="90000"/>
              </a:lnSpc>
              <a:spcBef>
                <a:spcPts val="800"/>
              </a:spcBef>
              <a:spcAft>
                <a:spcPts val="0"/>
              </a:spcAft>
              <a:buSzPts val="1800"/>
              <a:buNone/>
              <a:defRPr b="1" sz="1800"/>
            </a:lvl3pPr>
            <a:lvl4pPr indent="-228600" lvl="3" marL="1828800" algn="l">
              <a:lnSpc>
                <a:spcPct val="90000"/>
              </a:lnSpc>
              <a:spcBef>
                <a:spcPts val="800"/>
              </a:spcBef>
              <a:spcAft>
                <a:spcPts val="0"/>
              </a:spcAft>
              <a:buSzPts val="1600"/>
              <a:buNone/>
              <a:defRPr b="1" sz="1600"/>
            </a:lvl4pPr>
            <a:lvl5pPr indent="-228600" lvl="4" marL="2286000" algn="l">
              <a:lnSpc>
                <a:spcPct val="90000"/>
              </a:lnSpc>
              <a:spcBef>
                <a:spcPts val="600"/>
              </a:spcBef>
              <a:spcAft>
                <a:spcPts val="0"/>
              </a:spcAft>
              <a:buSzPts val="1600"/>
              <a:buNone/>
              <a:defRPr b="1" sz="1600"/>
            </a:lvl5pPr>
            <a:lvl6pPr indent="-228600" lvl="5" marL="2743200" algn="l">
              <a:lnSpc>
                <a:spcPct val="90000"/>
              </a:lnSpc>
              <a:spcBef>
                <a:spcPts val="600"/>
              </a:spcBef>
              <a:spcAft>
                <a:spcPts val="0"/>
              </a:spcAft>
              <a:buSzPts val="1600"/>
              <a:buNone/>
              <a:defRPr b="1" sz="1600"/>
            </a:lvl6pPr>
            <a:lvl7pPr indent="-228600" lvl="6" marL="3200400" algn="l">
              <a:lnSpc>
                <a:spcPct val="90000"/>
              </a:lnSpc>
              <a:spcBef>
                <a:spcPts val="600"/>
              </a:spcBef>
              <a:spcAft>
                <a:spcPts val="0"/>
              </a:spcAft>
              <a:buSzPts val="1600"/>
              <a:buNone/>
              <a:defRPr b="1" sz="1600"/>
            </a:lvl7pPr>
            <a:lvl8pPr indent="-228600" lvl="7" marL="3657600" algn="l">
              <a:lnSpc>
                <a:spcPct val="90000"/>
              </a:lnSpc>
              <a:spcBef>
                <a:spcPts val="600"/>
              </a:spcBef>
              <a:spcAft>
                <a:spcPts val="0"/>
              </a:spcAft>
              <a:buSzPts val="1600"/>
              <a:buNone/>
              <a:defRPr b="1" sz="1600"/>
            </a:lvl8pPr>
            <a:lvl9pPr indent="-228600" lvl="8" marL="4114800" algn="l">
              <a:lnSpc>
                <a:spcPct val="90000"/>
              </a:lnSpc>
              <a:spcBef>
                <a:spcPts val="600"/>
              </a:spcBef>
              <a:spcAft>
                <a:spcPts val="0"/>
              </a:spcAft>
              <a:buSzPts val="1600"/>
              <a:buNone/>
              <a:defRPr b="1" sz="1600"/>
            </a:lvl9pPr>
          </a:lstStyle>
          <a:p/>
        </p:txBody>
      </p:sp>
      <p:sp>
        <p:nvSpPr>
          <p:cNvPr id="574" name="Google Shape;574;g321566f0535_0_589"/>
          <p:cNvSpPr txBox="1"/>
          <p:nvPr>
            <p:ph idx="4" type="body"/>
          </p:nvPr>
        </p:nvSpPr>
        <p:spPr>
          <a:xfrm>
            <a:off x="6324600" y="2503713"/>
            <a:ext cx="4572000" cy="32874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30200" lvl="5" marL="2743200" algn="l">
              <a:lnSpc>
                <a:spcPct val="90000"/>
              </a:lnSpc>
              <a:spcBef>
                <a:spcPts val="600"/>
              </a:spcBef>
              <a:spcAft>
                <a:spcPts val="0"/>
              </a:spcAft>
              <a:buSzPts val="1600"/>
              <a:buChar char="▪"/>
              <a:defRPr sz="1600"/>
            </a:lvl6pPr>
            <a:lvl7pPr indent="-330200" lvl="6" marL="3200400" algn="l">
              <a:lnSpc>
                <a:spcPct val="90000"/>
              </a:lnSpc>
              <a:spcBef>
                <a:spcPts val="600"/>
              </a:spcBef>
              <a:spcAft>
                <a:spcPts val="0"/>
              </a:spcAft>
              <a:buSzPts val="1600"/>
              <a:buChar char="▪"/>
              <a:defRPr sz="1600"/>
            </a:lvl7pPr>
            <a:lvl8pPr indent="-330200" lvl="7" marL="3657600" algn="l">
              <a:lnSpc>
                <a:spcPct val="90000"/>
              </a:lnSpc>
              <a:spcBef>
                <a:spcPts val="600"/>
              </a:spcBef>
              <a:spcAft>
                <a:spcPts val="0"/>
              </a:spcAft>
              <a:buSzPts val="1600"/>
              <a:buChar char="▪"/>
              <a:defRPr sz="1600"/>
            </a:lvl8pPr>
            <a:lvl9pPr indent="-228600" lvl="8" marL="4114800" algn="l">
              <a:lnSpc>
                <a:spcPct val="90000"/>
              </a:lnSpc>
              <a:spcBef>
                <a:spcPts val="600"/>
              </a:spcBef>
              <a:spcAft>
                <a:spcPts val="0"/>
              </a:spcAft>
              <a:buSzPts val="1600"/>
              <a:buNone/>
              <a:defRPr sz="1600"/>
            </a:lvl9pPr>
          </a:lstStyle>
          <a:p/>
        </p:txBody>
      </p:sp>
      <p:sp>
        <p:nvSpPr>
          <p:cNvPr id="575" name="Google Shape;575;g321566f0535_0_589"/>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6" name="Google Shape;576;g321566f0535_0_589"/>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7" name="Google Shape;577;g321566f0535_0_589"/>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8" name="Shape 578"/>
        <p:cNvGrpSpPr/>
        <p:nvPr/>
      </p:nvGrpSpPr>
      <p:grpSpPr>
        <a:xfrm>
          <a:off x="0" y="0"/>
          <a:ext cx="0" cy="0"/>
          <a:chOff x="0" y="0"/>
          <a:chExt cx="0" cy="0"/>
        </a:xfrm>
      </p:grpSpPr>
      <p:sp>
        <p:nvSpPr>
          <p:cNvPr id="579" name="Google Shape;579;g321566f0535_0_598"/>
          <p:cNvSpPr txBox="1"/>
          <p:nvPr>
            <p:ph type="title"/>
          </p:nvPr>
        </p:nvSpPr>
        <p:spPr>
          <a:xfrm>
            <a:off x="1295400" y="503853"/>
            <a:ext cx="9601200" cy="1142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0" name="Google Shape;580;g321566f0535_0_598"/>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1" name="Google Shape;581;g321566f0535_0_598"/>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2" name="Google Shape;582;g321566f0535_0_598"/>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583" name="Shape 583"/>
        <p:cNvGrpSpPr/>
        <p:nvPr/>
      </p:nvGrpSpPr>
      <p:grpSpPr>
        <a:xfrm>
          <a:off x="0" y="0"/>
          <a:ext cx="0" cy="0"/>
          <a:chOff x="0" y="0"/>
          <a:chExt cx="0" cy="0"/>
        </a:xfrm>
      </p:grpSpPr>
      <p:grpSp>
        <p:nvGrpSpPr>
          <p:cNvPr id="584" name="Google Shape;584;g321566f0535_0_603"/>
          <p:cNvGrpSpPr/>
          <p:nvPr/>
        </p:nvGrpSpPr>
        <p:grpSpPr>
          <a:xfrm>
            <a:off x="-120" y="0"/>
            <a:ext cx="12192240" cy="6858000"/>
            <a:chOff x="-120" y="0"/>
            <a:chExt cx="12192240" cy="6858000"/>
          </a:xfrm>
        </p:grpSpPr>
        <p:cxnSp>
          <p:nvCxnSpPr>
            <p:cNvPr id="585" name="Google Shape;585;g321566f0535_0_603"/>
            <p:cNvCxnSpPr/>
            <p:nvPr/>
          </p:nvCxnSpPr>
          <p:spPr>
            <a:xfrm>
              <a:off x="610194"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86" name="Google Shape;586;g321566f0535_0_603"/>
            <p:cNvCxnSpPr/>
            <p:nvPr/>
          </p:nvCxnSpPr>
          <p:spPr>
            <a:xfrm>
              <a:off x="1829332"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87" name="Google Shape;587;g321566f0535_0_603"/>
            <p:cNvCxnSpPr/>
            <p:nvPr/>
          </p:nvCxnSpPr>
          <p:spPr>
            <a:xfrm>
              <a:off x="3048470"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88" name="Google Shape;588;g321566f0535_0_603"/>
            <p:cNvCxnSpPr/>
            <p:nvPr/>
          </p:nvCxnSpPr>
          <p:spPr>
            <a:xfrm>
              <a:off x="4267608"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89" name="Google Shape;589;g321566f0535_0_603"/>
            <p:cNvCxnSpPr/>
            <p:nvPr/>
          </p:nvCxnSpPr>
          <p:spPr>
            <a:xfrm>
              <a:off x="5486746"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0" name="Google Shape;590;g321566f0535_0_603"/>
            <p:cNvCxnSpPr/>
            <p:nvPr/>
          </p:nvCxnSpPr>
          <p:spPr>
            <a:xfrm>
              <a:off x="6705884"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1" name="Google Shape;591;g321566f0535_0_603"/>
            <p:cNvCxnSpPr/>
            <p:nvPr/>
          </p:nvCxnSpPr>
          <p:spPr>
            <a:xfrm>
              <a:off x="7925022"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2" name="Google Shape;592;g321566f0535_0_603"/>
            <p:cNvCxnSpPr/>
            <p:nvPr/>
          </p:nvCxnSpPr>
          <p:spPr>
            <a:xfrm>
              <a:off x="9144160"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3" name="Google Shape;593;g321566f0535_0_603"/>
            <p:cNvCxnSpPr/>
            <p:nvPr/>
          </p:nvCxnSpPr>
          <p:spPr>
            <a:xfrm>
              <a:off x="10363298"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4" name="Google Shape;594;g321566f0535_0_603"/>
            <p:cNvCxnSpPr/>
            <p:nvPr/>
          </p:nvCxnSpPr>
          <p:spPr>
            <a:xfrm>
              <a:off x="11582436" y="0"/>
              <a:ext cx="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5" name="Google Shape;595;g321566f0535_0_603"/>
            <p:cNvCxnSpPr/>
            <p:nvPr/>
          </p:nvCxnSpPr>
          <p:spPr>
            <a:xfrm>
              <a:off x="2819" y="386485"/>
              <a:ext cx="12189000" cy="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6" name="Google Shape;596;g321566f0535_0_603"/>
            <p:cNvCxnSpPr/>
            <p:nvPr/>
          </p:nvCxnSpPr>
          <p:spPr>
            <a:xfrm>
              <a:off x="2819" y="1611181"/>
              <a:ext cx="12189000" cy="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7" name="Google Shape;597;g321566f0535_0_603"/>
            <p:cNvCxnSpPr/>
            <p:nvPr/>
          </p:nvCxnSpPr>
          <p:spPr>
            <a:xfrm>
              <a:off x="2819" y="2835877"/>
              <a:ext cx="12189000" cy="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8" name="Google Shape;598;g321566f0535_0_603"/>
            <p:cNvCxnSpPr/>
            <p:nvPr/>
          </p:nvCxnSpPr>
          <p:spPr>
            <a:xfrm>
              <a:off x="2819" y="4060573"/>
              <a:ext cx="12189000" cy="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599" name="Google Shape;599;g321566f0535_0_603"/>
            <p:cNvCxnSpPr/>
            <p:nvPr/>
          </p:nvCxnSpPr>
          <p:spPr>
            <a:xfrm>
              <a:off x="2819" y="5285269"/>
              <a:ext cx="12189000" cy="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00" name="Google Shape;600;g321566f0535_0_603"/>
            <p:cNvCxnSpPr/>
            <p:nvPr/>
          </p:nvCxnSpPr>
          <p:spPr>
            <a:xfrm>
              <a:off x="2819" y="6509965"/>
              <a:ext cx="12189000" cy="0"/>
            </a:xfrm>
            <a:prstGeom prst="straightConnector1">
              <a:avLst/>
            </a:prstGeom>
            <a:noFill/>
            <a:ln cap="flat" cmpd="sng" w="9525">
              <a:solidFill>
                <a:srgbClr val="D8D8D8">
                  <a:alpha val="29800"/>
                </a:srgbClr>
              </a:solidFill>
              <a:prstDash val="solid"/>
              <a:miter lim="800000"/>
              <a:headEnd len="sm" w="sm" type="none"/>
              <a:tailEnd len="sm" w="sm" type="none"/>
            </a:ln>
          </p:spPr>
        </p:cxnSp>
        <p:grpSp>
          <p:nvGrpSpPr>
            <p:cNvPr id="601" name="Google Shape;601;g321566f0535_0_603"/>
            <p:cNvGrpSpPr/>
            <p:nvPr/>
          </p:nvGrpSpPr>
          <p:grpSpPr>
            <a:xfrm>
              <a:off x="-120" y="0"/>
              <a:ext cx="12192217" cy="6858000"/>
              <a:chOff x="-120" y="0"/>
              <a:chExt cx="12192217" cy="6858000"/>
            </a:xfrm>
          </p:grpSpPr>
          <p:cxnSp>
            <p:nvCxnSpPr>
              <p:cNvPr id="602" name="Google Shape;602;g321566f0535_0_603"/>
              <p:cNvCxnSpPr/>
              <p:nvPr/>
            </p:nvCxnSpPr>
            <p:spPr>
              <a:xfrm>
                <a:off x="225425"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03" name="Google Shape;603;g321566f0535_0_603"/>
              <p:cNvCxnSpPr/>
              <p:nvPr/>
            </p:nvCxnSpPr>
            <p:spPr>
              <a:xfrm>
                <a:off x="1449154"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04" name="Google Shape;604;g321566f0535_0_603"/>
              <p:cNvCxnSpPr/>
              <p:nvPr/>
            </p:nvCxnSpPr>
            <p:spPr>
              <a:xfrm>
                <a:off x="2665982"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05" name="Google Shape;605;g321566f0535_0_603"/>
              <p:cNvCxnSpPr/>
              <p:nvPr/>
            </p:nvCxnSpPr>
            <p:spPr>
              <a:xfrm>
                <a:off x="3885119"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06" name="Google Shape;606;g321566f0535_0_603"/>
              <p:cNvCxnSpPr/>
              <p:nvPr/>
            </p:nvCxnSpPr>
            <p:spPr>
              <a:xfrm>
                <a:off x="5106502"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grpSp>
            <p:nvGrpSpPr>
              <p:cNvPr id="607" name="Google Shape;607;g321566f0535_0_603"/>
              <p:cNvGrpSpPr/>
              <p:nvPr/>
            </p:nvGrpSpPr>
            <p:grpSpPr>
              <a:xfrm>
                <a:off x="6327885" y="0"/>
                <a:ext cx="5864212" cy="5898600"/>
                <a:chOff x="6327885" y="0"/>
                <a:chExt cx="5864212" cy="5898600"/>
              </a:xfrm>
            </p:grpSpPr>
            <p:cxnSp>
              <p:nvCxnSpPr>
                <p:cNvPr id="608" name="Google Shape;608;g321566f0535_0_603"/>
                <p:cNvCxnSpPr/>
                <p:nvPr/>
              </p:nvCxnSpPr>
              <p:spPr>
                <a:xfrm>
                  <a:off x="6327885" y="0"/>
                  <a:ext cx="5864100" cy="58986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09" name="Google Shape;609;g321566f0535_0_603"/>
                <p:cNvCxnSpPr/>
                <p:nvPr/>
              </p:nvCxnSpPr>
              <p:spPr>
                <a:xfrm>
                  <a:off x="7549268" y="0"/>
                  <a:ext cx="4642800" cy="46725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10" name="Google Shape;610;g321566f0535_0_603"/>
                <p:cNvCxnSpPr/>
                <p:nvPr/>
              </p:nvCxnSpPr>
              <p:spPr>
                <a:xfrm>
                  <a:off x="8772997" y="0"/>
                  <a:ext cx="3419100" cy="34566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11" name="Google Shape;611;g321566f0535_0_603"/>
                <p:cNvCxnSpPr/>
                <p:nvPr/>
              </p:nvCxnSpPr>
              <p:spPr>
                <a:xfrm>
                  <a:off x="9982200" y="0"/>
                  <a:ext cx="2209800" cy="22266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12" name="Google Shape;612;g321566f0535_0_603"/>
                <p:cNvCxnSpPr/>
                <p:nvPr/>
              </p:nvCxnSpPr>
              <p:spPr>
                <a:xfrm>
                  <a:off x="11199019" y="0"/>
                  <a:ext cx="993000" cy="1002600"/>
                </a:xfrm>
                <a:prstGeom prst="straightConnector1">
                  <a:avLst/>
                </a:prstGeom>
                <a:noFill/>
                <a:ln cap="flat" cmpd="sng" w="9525">
                  <a:solidFill>
                    <a:srgbClr val="D8D8D8">
                      <a:alpha val="29800"/>
                    </a:srgbClr>
                  </a:solidFill>
                  <a:prstDash val="solid"/>
                  <a:miter lim="800000"/>
                  <a:headEnd len="sm" w="sm" type="none"/>
                  <a:tailEnd len="sm" w="sm" type="none"/>
                </a:ln>
              </p:spPr>
            </p:cxnSp>
          </p:grpSp>
          <p:cxnSp>
            <p:nvCxnSpPr>
              <p:cNvPr id="613" name="Google Shape;613;g321566f0535_0_603"/>
              <p:cNvCxnSpPr/>
              <p:nvPr/>
            </p:nvCxnSpPr>
            <p:spPr>
              <a:xfrm rot="10800000">
                <a:off x="110" y="1012198"/>
                <a:ext cx="5828700" cy="58458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14" name="Google Shape;614;g321566f0535_0_603"/>
              <p:cNvCxnSpPr/>
              <p:nvPr/>
            </p:nvCxnSpPr>
            <p:spPr>
              <a:xfrm rot="10800000">
                <a:off x="-120" y="2227198"/>
                <a:ext cx="4614900" cy="46308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15" name="Google Shape;615;g321566f0535_0_603"/>
              <p:cNvCxnSpPr/>
              <p:nvPr/>
            </p:nvCxnSpPr>
            <p:spPr>
              <a:xfrm rot="10800000">
                <a:off x="18" y="3432298"/>
                <a:ext cx="3398400" cy="34257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16" name="Google Shape;616;g321566f0535_0_603"/>
              <p:cNvCxnSpPr/>
              <p:nvPr/>
            </p:nvCxnSpPr>
            <p:spPr>
              <a:xfrm rot="10800000">
                <a:off x="-105" y="4651498"/>
                <a:ext cx="2196600" cy="22065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17" name="Google Shape;617;g321566f0535_0_603"/>
              <p:cNvCxnSpPr/>
              <p:nvPr/>
            </p:nvCxnSpPr>
            <p:spPr>
              <a:xfrm rot="10800000">
                <a:off x="2" y="5864398"/>
                <a:ext cx="987000" cy="993600"/>
              </a:xfrm>
              <a:prstGeom prst="straightConnector1">
                <a:avLst/>
              </a:prstGeom>
              <a:noFill/>
              <a:ln cap="flat" cmpd="sng" w="9525">
                <a:solidFill>
                  <a:srgbClr val="D8D8D8">
                    <a:alpha val="29800"/>
                  </a:srgbClr>
                </a:solidFill>
                <a:prstDash val="solid"/>
                <a:miter lim="800000"/>
                <a:headEnd len="sm" w="sm" type="none"/>
                <a:tailEnd len="sm" w="sm" type="none"/>
              </a:ln>
            </p:spPr>
          </p:cxnSp>
        </p:grpSp>
        <p:grpSp>
          <p:nvGrpSpPr>
            <p:cNvPr id="618" name="Google Shape;618;g321566f0535_0_603"/>
            <p:cNvGrpSpPr/>
            <p:nvPr/>
          </p:nvGrpSpPr>
          <p:grpSpPr>
            <a:xfrm flipH="1">
              <a:off x="-97" y="0"/>
              <a:ext cx="12192217" cy="6858000"/>
              <a:chOff x="-120" y="0"/>
              <a:chExt cx="12192217" cy="6858000"/>
            </a:xfrm>
          </p:grpSpPr>
          <p:cxnSp>
            <p:nvCxnSpPr>
              <p:cNvPr id="619" name="Google Shape;619;g321566f0535_0_603"/>
              <p:cNvCxnSpPr/>
              <p:nvPr/>
            </p:nvCxnSpPr>
            <p:spPr>
              <a:xfrm>
                <a:off x="225425"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0" name="Google Shape;620;g321566f0535_0_603"/>
              <p:cNvCxnSpPr/>
              <p:nvPr/>
            </p:nvCxnSpPr>
            <p:spPr>
              <a:xfrm>
                <a:off x="1449154"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1" name="Google Shape;621;g321566f0535_0_603"/>
              <p:cNvCxnSpPr/>
              <p:nvPr/>
            </p:nvCxnSpPr>
            <p:spPr>
              <a:xfrm>
                <a:off x="2665982"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2" name="Google Shape;622;g321566f0535_0_603"/>
              <p:cNvCxnSpPr/>
              <p:nvPr/>
            </p:nvCxnSpPr>
            <p:spPr>
              <a:xfrm>
                <a:off x="3885119"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3" name="Google Shape;623;g321566f0535_0_603"/>
              <p:cNvCxnSpPr/>
              <p:nvPr/>
            </p:nvCxnSpPr>
            <p:spPr>
              <a:xfrm>
                <a:off x="5106502" y="0"/>
                <a:ext cx="6816000" cy="6858000"/>
              </a:xfrm>
              <a:prstGeom prst="straightConnector1">
                <a:avLst/>
              </a:prstGeom>
              <a:noFill/>
              <a:ln cap="flat" cmpd="sng" w="9525">
                <a:solidFill>
                  <a:srgbClr val="D8D8D8">
                    <a:alpha val="29800"/>
                  </a:srgbClr>
                </a:solidFill>
                <a:prstDash val="solid"/>
                <a:miter lim="800000"/>
                <a:headEnd len="sm" w="sm" type="none"/>
                <a:tailEnd len="sm" w="sm" type="none"/>
              </a:ln>
            </p:spPr>
          </p:cxnSp>
          <p:grpSp>
            <p:nvGrpSpPr>
              <p:cNvPr id="624" name="Google Shape;624;g321566f0535_0_603"/>
              <p:cNvGrpSpPr/>
              <p:nvPr/>
            </p:nvGrpSpPr>
            <p:grpSpPr>
              <a:xfrm>
                <a:off x="6327885" y="0"/>
                <a:ext cx="5864212" cy="5898600"/>
                <a:chOff x="6327885" y="0"/>
                <a:chExt cx="5864212" cy="5898600"/>
              </a:xfrm>
            </p:grpSpPr>
            <p:cxnSp>
              <p:nvCxnSpPr>
                <p:cNvPr id="625" name="Google Shape;625;g321566f0535_0_603"/>
                <p:cNvCxnSpPr/>
                <p:nvPr/>
              </p:nvCxnSpPr>
              <p:spPr>
                <a:xfrm>
                  <a:off x="6327885" y="0"/>
                  <a:ext cx="5864100" cy="58986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6" name="Google Shape;626;g321566f0535_0_603"/>
                <p:cNvCxnSpPr/>
                <p:nvPr/>
              </p:nvCxnSpPr>
              <p:spPr>
                <a:xfrm>
                  <a:off x="7549268" y="0"/>
                  <a:ext cx="4642800" cy="46725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7" name="Google Shape;627;g321566f0535_0_603"/>
                <p:cNvCxnSpPr/>
                <p:nvPr/>
              </p:nvCxnSpPr>
              <p:spPr>
                <a:xfrm>
                  <a:off x="8772997" y="0"/>
                  <a:ext cx="3419100" cy="34566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8" name="Google Shape;628;g321566f0535_0_603"/>
                <p:cNvCxnSpPr/>
                <p:nvPr/>
              </p:nvCxnSpPr>
              <p:spPr>
                <a:xfrm>
                  <a:off x="9982200" y="0"/>
                  <a:ext cx="2209800" cy="22266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29" name="Google Shape;629;g321566f0535_0_603"/>
                <p:cNvCxnSpPr/>
                <p:nvPr/>
              </p:nvCxnSpPr>
              <p:spPr>
                <a:xfrm>
                  <a:off x="11199019" y="0"/>
                  <a:ext cx="993000" cy="1002600"/>
                </a:xfrm>
                <a:prstGeom prst="straightConnector1">
                  <a:avLst/>
                </a:prstGeom>
                <a:noFill/>
                <a:ln cap="flat" cmpd="sng" w="9525">
                  <a:solidFill>
                    <a:srgbClr val="D8D8D8">
                      <a:alpha val="29800"/>
                    </a:srgbClr>
                  </a:solidFill>
                  <a:prstDash val="solid"/>
                  <a:miter lim="800000"/>
                  <a:headEnd len="sm" w="sm" type="none"/>
                  <a:tailEnd len="sm" w="sm" type="none"/>
                </a:ln>
              </p:spPr>
            </p:cxnSp>
          </p:grpSp>
          <p:cxnSp>
            <p:nvCxnSpPr>
              <p:cNvPr id="630" name="Google Shape;630;g321566f0535_0_603"/>
              <p:cNvCxnSpPr/>
              <p:nvPr/>
            </p:nvCxnSpPr>
            <p:spPr>
              <a:xfrm rot="10800000">
                <a:off x="110" y="1012198"/>
                <a:ext cx="5828700" cy="58458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31" name="Google Shape;631;g321566f0535_0_603"/>
              <p:cNvCxnSpPr/>
              <p:nvPr/>
            </p:nvCxnSpPr>
            <p:spPr>
              <a:xfrm rot="10800000">
                <a:off x="-120" y="2227198"/>
                <a:ext cx="4614900" cy="46308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32" name="Google Shape;632;g321566f0535_0_603"/>
              <p:cNvCxnSpPr/>
              <p:nvPr/>
            </p:nvCxnSpPr>
            <p:spPr>
              <a:xfrm rot="10800000">
                <a:off x="18" y="3432298"/>
                <a:ext cx="3398400" cy="34257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33" name="Google Shape;633;g321566f0535_0_603"/>
              <p:cNvCxnSpPr/>
              <p:nvPr/>
            </p:nvCxnSpPr>
            <p:spPr>
              <a:xfrm rot="10800000">
                <a:off x="-105" y="4651498"/>
                <a:ext cx="2196600" cy="2206500"/>
              </a:xfrm>
              <a:prstGeom prst="straightConnector1">
                <a:avLst/>
              </a:prstGeom>
              <a:noFill/>
              <a:ln cap="flat" cmpd="sng" w="9525">
                <a:solidFill>
                  <a:srgbClr val="D8D8D8">
                    <a:alpha val="29800"/>
                  </a:srgbClr>
                </a:solidFill>
                <a:prstDash val="solid"/>
                <a:miter lim="800000"/>
                <a:headEnd len="sm" w="sm" type="none"/>
                <a:tailEnd len="sm" w="sm" type="none"/>
              </a:ln>
            </p:spPr>
          </p:cxnSp>
          <p:cxnSp>
            <p:nvCxnSpPr>
              <p:cNvPr id="634" name="Google Shape;634;g321566f0535_0_603"/>
              <p:cNvCxnSpPr/>
              <p:nvPr/>
            </p:nvCxnSpPr>
            <p:spPr>
              <a:xfrm rot="10800000">
                <a:off x="2" y="5864398"/>
                <a:ext cx="987000" cy="993600"/>
              </a:xfrm>
              <a:prstGeom prst="straightConnector1">
                <a:avLst/>
              </a:prstGeom>
              <a:noFill/>
              <a:ln cap="flat" cmpd="sng" w="9525">
                <a:solidFill>
                  <a:srgbClr val="D8D8D8">
                    <a:alpha val="29800"/>
                  </a:srgbClr>
                </a:solidFill>
                <a:prstDash val="solid"/>
                <a:miter lim="800000"/>
                <a:headEnd len="sm" w="sm" type="none"/>
                <a:tailEnd len="sm" w="sm" type="none"/>
              </a:ln>
            </p:spPr>
          </p:cxnSp>
        </p:grpSp>
      </p:grpSp>
      <p:sp>
        <p:nvSpPr>
          <p:cNvPr id="635" name="Google Shape;635;g321566f0535_0_603"/>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6" name="Google Shape;636;g321566f0535_0_603"/>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7" name="Google Shape;637;g321566f0535_0_603"/>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bg>
      <p:bgPr>
        <a:gradFill>
          <a:gsLst>
            <a:gs pos="0">
              <a:schemeClr val="accent1"/>
            </a:gs>
            <a:gs pos="100000">
              <a:srgbClr val="297694"/>
            </a:gs>
          </a:gsLst>
          <a:path path="circle">
            <a:fillToRect b="50%" l="50%" r="50%" t="50%"/>
          </a:path>
          <a:tileRect/>
        </a:gradFill>
      </p:bgPr>
    </p:bg>
    <p:spTree>
      <p:nvGrpSpPr>
        <p:cNvPr id="638" name="Shape 638"/>
        <p:cNvGrpSpPr/>
        <p:nvPr/>
      </p:nvGrpSpPr>
      <p:grpSpPr>
        <a:xfrm>
          <a:off x="0" y="0"/>
          <a:ext cx="0" cy="0"/>
          <a:chOff x="0" y="0"/>
          <a:chExt cx="0" cy="0"/>
        </a:xfrm>
      </p:grpSpPr>
      <p:grpSp>
        <p:nvGrpSpPr>
          <p:cNvPr id="639" name="Google Shape;639;g321566f0535_0_658"/>
          <p:cNvGrpSpPr/>
          <p:nvPr/>
        </p:nvGrpSpPr>
        <p:grpSpPr>
          <a:xfrm>
            <a:off x="-120" y="0"/>
            <a:ext cx="12192240" cy="6858000"/>
            <a:chOff x="-120" y="0"/>
            <a:chExt cx="12192240" cy="6858000"/>
          </a:xfrm>
        </p:grpSpPr>
        <p:cxnSp>
          <p:nvCxnSpPr>
            <p:cNvPr id="640" name="Google Shape;640;g321566f0535_0_658"/>
            <p:cNvCxnSpPr/>
            <p:nvPr/>
          </p:nvCxnSpPr>
          <p:spPr>
            <a:xfrm>
              <a:off x="610194"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1" name="Google Shape;641;g321566f0535_0_658"/>
            <p:cNvCxnSpPr/>
            <p:nvPr/>
          </p:nvCxnSpPr>
          <p:spPr>
            <a:xfrm>
              <a:off x="1829332"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2" name="Google Shape;642;g321566f0535_0_658"/>
            <p:cNvCxnSpPr/>
            <p:nvPr/>
          </p:nvCxnSpPr>
          <p:spPr>
            <a:xfrm>
              <a:off x="3048470"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3" name="Google Shape;643;g321566f0535_0_658"/>
            <p:cNvCxnSpPr/>
            <p:nvPr/>
          </p:nvCxnSpPr>
          <p:spPr>
            <a:xfrm>
              <a:off x="4267608"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4" name="Google Shape;644;g321566f0535_0_658"/>
            <p:cNvCxnSpPr/>
            <p:nvPr/>
          </p:nvCxnSpPr>
          <p:spPr>
            <a:xfrm>
              <a:off x="5486746"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5" name="Google Shape;645;g321566f0535_0_658"/>
            <p:cNvCxnSpPr/>
            <p:nvPr/>
          </p:nvCxnSpPr>
          <p:spPr>
            <a:xfrm>
              <a:off x="6705884"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6" name="Google Shape;646;g321566f0535_0_658"/>
            <p:cNvCxnSpPr/>
            <p:nvPr/>
          </p:nvCxnSpPr>
          <p:spPr>
            <a:xfrm>
              <a:off x="7925022"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7" name="Google Shape;647;g321566f0535_0_658"/>
            <p:cNvCxnSpPr/>
            <p:nvPr/>
          </p:nvCxnSpPr>
          <p:spPr>
            <a:xfrm>
              <a:off x="9144160"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8" name="Google Shape;648;g321566f0535_0_658"/>
            <p:cNvCxnSpPr/>
            <p:nvPr/>
          </p:nvCxnSpPr>
          <p:spPr>
            <a:xfrm>
              <a:off x="10363298"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49" name="Google Shape;649;g321566f0535_0_658"/>
            <p:cNvCxnSpPr/>
            <p:nvPr/>
          </p:nvCxnSpPr>
          <p:spPr>
            <a:xfrm>
              <a:off x="11582436"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0" name="Google Shape;650;g321566f0535_0_658"/>
            <p:cNvCxnSpPr/>
            <p:nvPr/>
          </p:nvCxnSpPr>
          <p:spPr>
            <a:xfrm>
              <a:off x="2819" y="386485"/>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1" name="Google Shape;651;g321566f0535_0_658"/>
            <p:cNvCxnSpPr/>
            <p:nvPr/>
          </p:nvCxnSpPr>
          <p:spPr>
            <a:xfrm>
              <a:off x="2819" y="1611181"/>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2" name="Google Shape;652;g321566f0535_0_658"/>
            <p:cNvCxnSpPr/>
            <p:nvPr/>
          </p:nvCxnSpPr>
          <p:spPr>
            <a:xfrm>
              <a:off x="2819" y="2835877"/>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3" name="Google Shape;653;g321566f0535_0_658"/>
            <p:cNvCxnSpPr/>
            <p:nvPr/>
          </p:nvCxnSpPr>
          <p:spPr>
            <a:xfrm>
              <a:off x="2819" y="4060573"/>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4" name="Google Shape;654;g321566f0535_0_658"/>
            <p:cNvCxnSpPr/>
            <p:nvPr/>
          </p:nvCxnSpPr>
          <p:spPr>
            <a:xfrm>
              <a:off x="2819" y="5285269"/>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5" name="Google Shape;655;g321566f0535_0_658"/>
            <p:cNvCxnSpPr/>
            <p:nvPr/>
          </p:nvCxnSpPr>
          <p:spPr>
            <a:xfrm>
              <a:off x="2819" y="6509965"/>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656" name="Google Shape;656;g321566f0535_0_658"/>
            <p:cNvGrpSpPr/>
            <p:nvPr/>
          </p:nvGrpSpPr>
          <p:grpSpPr>
            <a:xfrm>
              <a:off x="-120" y="0"/>
              <a:ext cx="12192217" cy="6858000"/>
              <a:chOff x="-120" y="0"/>
              <a:chExt cx="12192217" cy="6858000"/>
            </a:xfrm>
          </p:grpSpPr>
          <p:cxnSp>
            <p:nvCxnSpPr>
              <p:cNvPr id="657" name="Google Shape;657;g321566f0535_0_658"/>
              <p:cNvCxnSpPr/>
              <p:nvPr/>
            </p:nvCxnSpPr>
            <p:spPr>
              <a:xfrm>
                <a:off x="225425"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8" name="Google Shape;658;g321566f0535_0_658"/>
              <p:cNvCxnSpPr/>
              <p:nvPr/>
            </p:nvCxnSpPr>
            <p:spPr>
              <a:xfrm>
                <a:off x="144915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59" name="Google Shape;659;g321566f0535_0_658"/>
              <p:cNvCxnSpPr/>
              <p:nvPr/>
            </p:nvCxnSpPr>
            <p:spPr>
              <a:xfrm>
                <a:off x="266598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60" name="Google Shape;660;g321566f0535_0_658"/>
              <p:cNvCxnSpPr/>
              <p:nvPr/>
            </p:nvCxnSpPr>
            <p:spPr>
              <a:xfrm>
                <a:off x="3885119"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61" name="Google Shape;661;g321566f0535_0_658"/>
              <p:cNvCxnSpPr/>
              <p:nvPr/>
            </p:nvCxnSpPr>
            <p:spPr>
              <a:xfrm>
                <a:off x="510650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662" name="Google Shape;662;g321566f0535_0_658"/>
              <p:cNvGrpSpPr/>
              <p:nvPr/>
            </p:nvGrpSpPr>
            <p:grpSpPr>
              <a:xfrm>
                <a:off x="6327885" y="0"/>
                <a:ext cx="5864212" cy="5898600"/>
                <a:chOff x="6327885" y="0"/>
                <a:chExt cx="5864212" cy="5898600"/>
              </a:xfrm>
            </p:grpSpPr>
            <p:cxnSp>
              <p:nvCxnSpPr>
                <p:cNvPr id="663" name="Google Shape;663;g321566f0535_0_658"/>
                <p:cNvCxnSpPr/>
                <p:nvPr/>
              </p:nvCxnSpPr>
              <p:spPr>
                <a:xfrm>
                  <a:off x="6327885" y="0"/>
                  <a:ext cx="5864100" cy="5898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64" name="Google Shape;664;g321566f0535_0_658"/>
                <p:cNvCxnSpPr/>
                <p:nvPr/>
              </p:nvCxnSpPr>
              <p:spPr>
                <a:xfrm>
                  <a:off x="7549268" y="0"/>
                  <a:ext cx="4642800" cy="4672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65" name="Google Shape;665;g321566f0535_0_658"/>
                <p:cNvCxnSpPr/>
                <p:nvPr/>
              </p:nvCxnSpPr>
              <p:spPr>
                <a:xfrm>
                  <a:off x="8772997" y="0"/>
                  <a:ext cx="3419100" cy="345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66" name="Google Shape;666;g321566f0535_0_658"/>
                <p:cNvCxnSpPr/>
                <p:nvPr/>
              </p:nvCxnSpPr>
              <p:spPr>
                <a:xfrm>
                  <a:off x="9982200" y="0"/>
                  <a:ext cx="2209800" cy="222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67" name="Google Shape;667;g321566f0535_0_658"/>
                <p:cNvCxnSpPr/>
                <p:nvPr/>
              </p:nvCxnSpPr>
              <p:spPr>
                <a:xfrm>
                  <a:off x="11199019" y="0"/>
                  <a:ext cx="993000" cy="1002600"/>
                </a:xfrm>
                <a:prstGeom prst="straightConnector1">
                  <a:avLst/>
                </a:prstGeom>
                <a:noFill/>
                <a:ln cap="flat" cmpd="sng" w="9525">
                  <a:solidFill>
                    <a:srgbClr val="266F8B">
                      <a:alpha val="24710"/>
                    </a:srgbClr>
                  </a:solidFill>
                  <a:prstDash val="solid"/>
                  <a:miter lim="800000"/>
                  <a:headEnd len="sm" w="sm" type="none"/>
                  <a:tailEnd len="sm" w="sm" type="none"/>
                </a:ln>
              </p:spPr>
            </p:cxnSp>
          </p:grpSp>
          <p:cxnSp>
            <p:nvCxnSpPr>
              <p:cNvPr id="668" name="Google Shape;668;g321566f0535_0_658"/>
              <p:cNvCxnSpPr/>
              <p:nvPr/>
            </p:nvCxnSpPr>
            <p:spPr>
              <a:xfrm rot="10800000">
                <a:off x="110" y="1012198"/>
                <a:ext cx="5828700" cy="5845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69" name="Google Shape;669;g321566f0535_0_658"/>
              <p:cNvCxnSpPr/>
              <p:nvPr/>
            </p:nvCxnSpPr>
            <p:spPr>
              <a:xfrm rot="10800000">
                <a:off x="-120" y="2227198"/>
                <a:ext cx="4614900" cy="4630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70" name="Google Shape;670;g321566f0535_0_658"/>
              <p:cNvCxnSpPr/>
              <p:nvPr/>
            </p:nvCxnSpPr>
            <p:spPr>
              <a:xfrm rot="10800000">
                <a:off x="18" y="3432298"/>
                <a:ext cx="3398400" cy="34257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71" name="Google Shape;671;g321566f0535_0_658"/>
              <p:cNvCxnSpPr/>
              <p:nvPr/>
            </p:nvCxnSpPr>
            <p:spPr>
              <a:xfrm rot="10800000">
                <a:off x="-105" y="4651498"/>
                <a:ext cx="2196600" cy="2206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72" name="Google Shape;672;g321566f0535_0_658"/>
              <p:cNvCxnSpPr/>
              <p:nvPr/>
            </p:nvCxnSpPr>
            <p:spPr>
              <a:xfrm rot="10800000">
                <a:off x="2" y="5864398"/>
                <a:ext cx="987000" cy="993600"/>
              </a:xfrm>
              <a:prstGeom prst="straightConnector1">
                <a:avLst/>
              </a:prstGeom>
              <a:noFill/>
              <a:ln cap="flat" cmpd="sng" w="9525">
                <a:solidFill>
                  <a:srgbClr val="266F8B">
                    <a:alpha val="24710"/>
                  </a:srgbClr>
                </a:solidFill>
                <a:prstDash val="solid"/>
                <a:miter lim="800000"/>
                <a:headEnd len="sm" w="sm" type="none"/>
                <a:tailEnd len="sm" w="sm" type="none"/>
              </a:ln>
            </p:spPr>
          </p:cxnSp>
        </p:grpSp>
        <p:grpSp>
          <p:nvGrpSpPr>
            <p:cNvPr id="673" name="Google Shape;673;g321566f0535_0_658"/>
            <p:cNvGrpSpPr/>
            <p:nvPr/>
          </p:nvGrpSpPr>
          <p:grpSpPr>
            <a:xfrm flipH="1">
              <a:off x="-97" y="0"/>
              <a:ext cx="12192217" cy="6858000"/>
              <a:chOff x="-120" y="0"/>
              <a:chExt cx="12192217" cy="6858000"/>
            </a:xfrm>
          </p:grpSpPr>
          <p:cxnSp>
            <p:nvCxnSpPr>
              <p:cNvPr id="674" name="Google Shape;674;g321566f0535_0_658"/>
              <p:cNvCxnSpPr/>
              <p:nvPr/>
            </p:nvCxnSpPr>
            <p:spPr>
              <a:xfrm>
                <a:off x="225425"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75" name="Google Shape;675;g321566f0535_0_658"/>
              <p:cNvCxnSpPr/>
              <p:nvPr/>
            </p:nvCxnSpPr>
            <p:spPr>
              <a:xfrm>
                <a:off x="144915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76" name="Google Shape;676;g321566f0535_0_658"/>
              <p:cNvCxnSpPr/>
              <p:nvPr/>
            </p:nvCxnSpPr>
            <p:spPr>
              <a:xfrm>
                <a:off x="266598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77" name="Google Shape;677;g321566f0535_0_658"/>
              <p:cNvCxnSpPr/>
              <p:nvPr/>
            </p:nvCxnSpPr>
            <p:spPr>
              <a:xfrm>
                <a:off x="3885119"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78" name="Google Shape;678;g321566f0535_0_658"/>
              <p:cNvCxnSpPr/>
              <p:nvPr/>
            </p:nvCxnSpPr>
            <p:spPr>
              <a:xfrm>
                <a:off x="515064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679" name="Google Shape;679;g321566f0535_0_658"/>
              <p:cNvGrpSpPr/>
              <p:nvPr/>
            </p:nvGrpSpPr>
            <p:grpSpPr>
              <a:xfrm>
                <a:off x="6327885" y="0"/>
                <a:ext cx="5864212" cy="5898600"/>
                <a:chOff x="6327885" y="0"/>
                <a:chExt cx="5864212" cy="5898600"/>
              </a:xfrm>
            </p:grpSpPr>
            <p:cxnSp>
              <p:nvCxnSpPr>
                <p:cNvPr id="680" name="Google Shape;680;g321566f0535_0_658"/>
                <p:cNvCxnSpPr/>
                <p:nvPr/>
              </p:nvCxnSpPr>
              <p:spPr>
                <a:xfrm>
                  <a:off x="6327885" y="0"/>
                  <a:ext cx="5864100" cy="5898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1" name="Google Shape;681;g321566f0535_0_658"/>
                <p:cNvCxnSpPr/>
                <p:nvPr/>
              </p:nvCxnSpPr>
              <p:spPr>
                <a:xfrm>
                  <a:off x="7549268" y="0"/>
                  <a:ext cx="4642800" cy="4672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2" name="Google Shape;682;g321566f0535_0_658"/>
                <p:cNvCxnSpPr/>
                <p:nvPr/>
              </p:nvCxnSpPr>
              <p:spPr>
                <a:xfrm>
                  <a:off x="8772997" y="0"/>
                  <a:ext cx="3419100" cy="345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3" name="Google Shape;683;g321566f0535_0_658"/>
                <p:cNvCxnSpPr/>
                <p:nvPr/>
              </p:nvCxnSpPr>
              <p:spPr>
                <a:xfrm>
                  <a:off x="9982200" y="0"/>
                  <a:ext cx="2209800" cy="222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4" name="Google Shape;684;g321566f0535_0_658"/>
                <p:cNvCxnSpPr/>
                <p:nvPr/>
              </p:nvCxnSpPr>
              <p:spPr>
                <a:xfrm>
                  <a:off x="11199019" y="0"/>
                  <a:ext cx="993000" cy="1002600"/>
                </a:xfrm>
                <a:prstGeom prst="straightConnector1">
                  <a:avLst/>
                </a:prstGeom>
                <a:noFill/>
                <a:ln cap="flat" cmpd="sng" w="9525">
                  <a:solidFill>
                    <a:srgbClr val="266F8B">
                      <a:alpha val="24710"/>
                    </a:srgbClr>
                  </a:solidFill>
                  <a:prstDash val="solid"/>
                  <a:miter lim="800000"/>
                  <a:headEnd len="sm" w="sm" type="none"/>
                  <a:tailEnd len="sm" w="sm" type="none"/>
                </a:ln>
              </p:spPr>
            </p:cxnSp>
          </p:grpSp>
          <p:cxnSp>
            <p:nvCxnSpPr>
              <p:cNvPr id="685" name="Google Shape;685;g321566f0535_0_658"/>
              <p:cNvCxnSpPr/>
              <p:nvPr/>
            </p:nvCxnSpPr>
            <p:spPr>
              <a:xfrm rot="10800000">
                <a:off x="110" y="1012198"/>
                <a:ext cx="5828700" cy="5845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6" name="Google Shape;686;g321566f0535_0_658"/>
              <p:cNvCxnSpPr/>
              <p:nvPr/>
            </p:nvCxnSpPr>
            <p:spPr>
              <a:xfrm rot="10800000">
                <a:off x="-120" y="2227198"/>
                <a:ext cx="4614900" cy="4630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7" name="Google Shape;687;g321566f0535_0_658"/>
              <p:cNvCxnSpPr/>
              <p:nvPr/>
            </p:nvCxnSpPr>
            <p:spPr>
              <a:xfrm rot="10800000">
                <a:off x="18" y="3432298"/>
                <a:ext cx="3398400" cy="34257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8" name="Google Shape;688;g321566f0535_0_658"/>
              <p:cNvCxnSpPr/>
              <p:nvPr/>
            </p:nvCxnSpPr>
            <p:spPr>
              <a:xfrm rot="10800000">
                <a:off x="-105" y="4651498"/>
                <a:ext cx="2196600" cy="2206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689" name="Google Shape;689;g321566f0535_0_658"/>
              <p:cNvCxnSpPr/>
              <p:nvPr/>
            </p:nvCxnSpPr>
            <p:spPr>
              <a:xfrm rot="10800000">
                <a:off x="2" y="5864398"/>
                <a:ext cx="987000" cy="993600"/>
              </a:xfrm>
              <a:prstGeom prst="straightConnector1">
                <a:avLst/>
              </a:prstGeom>
              <a:noFill/>
              <a:ln cap="flat" cmpd="sng" w="9525">
                <a:solidFill>
                  <a:srgbClr val="266F8B">
                    <a:alpha val="24710"/>
                  </a:srgbClr>
                </a:solidFill>
                <a:prstDash val="solid"/>
                <a:miter lim="800000"/>
                <a:headEnd len="sm" w="sm" type="none"/>
                <a:tailEnd len="sm" w="sm" type="none"/>
              </a:ln>
            </p:spPr>
          </p:cxnSp>
        </p:grpSp>
      </p:grpSp>
      <p:sp>
        <p:nvSpPr>
          <p:cNvPr id="690" name="Google Shape;690;g321566f0535_0_658"/>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1" name="Google Shape;691;g321566f0535_0_658"/>
          <p:cNvSpPr txBox="1"/>
          <p:nvPr>
            <p:ph type="title"/>
          </p:nvPr>
        </p:nvSpPr>
        <p:spPr>
          <a:xfrm>
            <a:off x="7913152" y="571500"/>
            <a:ext cx="3657600" cy="2197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2" name="Google Shape;692;g321566f0535_0_658"/>
          <p:cNvSpPr txBox="1"/>
          <p:nvPr>
            <p:ph idx="1" type="body"/>
          </p:nvPr>
        </p:nvSpPr>
        <p:spPr>
          <a:xfrm>
            <a:off x="543197" y="571500"/>
            <a:ext cx="6217800" cy="571500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1800"/>
              </a:spcBef>
              <a:spcAft>
                <a:spcPts val="0"/>
              </a:spcAft>
              <a:buSzPts val="2000"/>
              <a:buChar char="▪"/>
              <a:defRPr sz="2000"/>
            </a:lvl1pPr>
            <a:lvl2pPr indent="-342900" lvl="1" marL="914400" algn="l">
              <a:lnSpc>
                <a:spcPct val="90000"/>
              </a:lnSpc>
              <a:spcBef>
                <a:spcPts val="1200"/>
              </a:spcBef>
              <a:spcAft>
                <a:spcPts val="0"/>
              </a:spcAft>
              <a:buSzPts val="1800"/>
              <a:buChar char="▪"/>
              <a:defRPr sz="1800"/>
            </a:lvl2pPr>
            <a:lvl3pPr indent="-330200" lvl="2" marL="1371600" algn="l">
              <a:lnSpc>
                <a:spcPct val="90000"/>
              </a:lnSpc>
              <a:spcBef>
                <a:spcPts val="800"/>
              </a:spcBef>
              <a:spcAft>
                <a:spcPts val="0"/>
              </a:spcAft>
              <a:buSzPts val="1600"/>
              <a:buChar char="▪"/>
              <a:defRPr sz="1600"/>
            </a:lvl3pPr>
            <a:lvl4pPr indent="-317500" lvl="3" marL="1828800" algn="l">
              <a:lnSpc>
                <a:spcPct val="90000"/>
              </a:lnSpc>
              <a:spcBef>
                <a:spcPts val="800"/>
              </a:spcBef>
              <a:spcAft>
                <a:spcPts val="0"/>
              </a:spcAft>
              <a:buSzPts val="1400"/>
              <a:buChar char="▪"/>
              <a:defRPr sz="1400"/>
            </a:lvl4pPr>
            <a:lvl5pPr indent="-317500" lvl="4" marL="2286000" algn="l">
              <a:lnSpc>
                <a:spcPct val="90000"/>
              </a:lnSpc>
              <a:spcBef>
                <a:spcPts val="600"/>
              </a:spcBef>
              <a:spcAft>
                <a:spcPts val="0"/>
              </a:spcAft>
              <a:buSzPts val="1400"/>
              <a:buChar char="▪"/>
              <a:defRPr sz="1400"/>
            </a:lvl5pPr>
            <a:lvl6pPr indent="-355600" lvl="5" marL="2743200" algn="l">
              <a:lnSpc>
                <a:spcPct val="90000"/>
              </a:lnSpc>
              <a:spcBef>
                <a:spcPts val="600"/>
              </a:spcBef>
              <a:spcAft>
                <a:spcPts val="0"/>
              </a:spcAft>
              <a:buSzPts val="2000"/>
              <a:buChar char="▪"/>
              <a:defRPr sz="2000"/>
            </a:lvl6pPr>
            <a:lvl7pPr indent="-355600" lvl="6" marL="3200400" algn="l">
              <a:lnSpc>
                <a:spcPct val="90000"/>
              </a:lnSpc>
              <a:spcBef>
                <a:spcPts val="600"/>
              </a:spcBef>
              <a:spcAft>
                <a:spcPts val="0"/>
              </a:spcAft>
              <a:buSzPts val="2000"/>
              <a:buChar char="▪"/>
              <a:defRPr sz="2000"/>
            </a:lvl7pPr>
            <a:lvl8pPr indent="-355600" lvl="7" marL="3657600" algn="l">
              <a:lnSpc>
                <a:spcPct val="90000"/>
              </a:lnSpc>
              <a:spcBef>
                <a:spcPts val="600"/>
              </a:spcBef>
              <a:spcAft>
                <a:spcPts val="0"/>
              </a:spcAft>
              <a:buSzPts val="2000"/>
              <a:buChar char="▪"/>
              <a:defRPr sz="2000"/>
            </a:lvl8pPr>
            <a:lvl9pPr indent="-228600" lvl="8" marL="4114800" algn="l">
              <a:lnSpc>
                <a:spcPct val="90000"/>
              </a:lnSpc>
              <a:spcBef>
                <a:spcPts val="600"/>
              </a:spcBef>
              <a:spcAft>
                <a:spcPts val="0"/>
              </a:spcAft>
              <a:buSzPts val="2000"/>
              <a:buNone/>
              <a:defRPr sz="2000"/>
            </a:lvl9pPr>
          </a:lstStyle>
          <a:p/>
        </p:txBody>
      </p:sp>
      <p:sp>
        <p:nvSpPr>
          <p:cNvPr id="693" name="Google Shape;693;g321566f0535_0_658"/>
          <p:cNvSpPr txBox="1"/>
          <p:nvPr>
            <p:ph idx="2" type="body"/>
          </p:nvPr>
        </p:nvSpPr>
        <p:spPr>
          <a:xfrm>
            <a:off x="7913152" y="2995012"/>
            <a:ext cx="3657600" cy="2286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cxnSp>
        <p:nvCxnSpPr>
          <p:cNvPr id="694" name="Google Shape;694;g321566f0535_0_658"/>
          <p:cNvCxnSpPr/>
          <p:nvPr/>
        </p:nvCxnSpPr>
        <p:spPr>
          <a:xfrm>
            <a:off x="7923089" y="2895600"/>
            <a:ext cx="3659400" cy="0"/>
          </a:xfrm>
          <a:prstGeom prst="straightConnector1">
            <a:avLst/>
          </a:prstGeom>
          <a:noFill/>
          <a:ln cap="flat" cmpd="sng" w="19050">
            <a:solidFill>
              <a:schemeClr val="lt1"/>
            </a:solidFill>
            <a:prstDash val="solid"/>
            <a:miter lim="800000"/>
            <a:headEnd len="sm" w="sm" type="none"/>
            <a:tailEnd len="sm" w="sm" type="none"/>
          </a:ln>
        </p:spPr>
      </p:cxnSp>
      <p:sp>
        <p:nvSpPr>
          <p:cNvPr id="695" name="Google Shape;695;g321566f0535_0_658"/>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6" name="Google Shape;696;g321566f0535_0_658"/>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7" name="Google Shape;697;g321566f0535_0_658"/>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100">
                <a:solidFill>
                  <a:schemeClr val="lt1"/>
                </a:solidFill>
                <a:latin typeface="Arial"/>
                <a:ea typeface="Arial"/>
                <a:cs typeface="Arial"/>
                <a:sym typeface="Arial"/>
              </a:defRPr>
            </a:lvl1pPr>
            <a:lvl2pPr indent="0" lvl="1" marL="0" algn="r">
              <a:spcBef>
                <a:spcPts val="0"/>
              </a:spcBef>
              <a:buNone/>
              <a:defRPr sz="1100">
                <a:solidFill>
                  <a:schemeClr val="lt1"/>
                </a:solidFill>
                <a:latin typeface="Arial"/>
                <a:ea typeface="Arial"/>
                <a:cs typeface="Arial"/>
                <a:sym typeface="Arial"/>
              </a:defRPr>
            </a:lvl2pPr>
            <a:lvl3pPr indent="0" lvl="2" marL="0" algn="r">
              <a:spcBef>
                <a:spcPts val="0"/>
              </a:spcBef>
              <a:buNone/>
              <a:defRPr sz="1100">
                <a:solidFill>
                  <a:schemeClr val="lt1"/>
                </a:solidFill>
                <a:latin typeface="Arial"/>
                <a:ea typeface="Arial"/>
                <a:cs typeface="Arial"/>
                <a:sym typeface="Arial"/>
              </a:defRPr>
            </a:lvl3pPr>
            <a:lvl4pPr indent="0" lvl="3" marL="0" algn="r">
              <a:spcBef>
                <a:spcPts val="0"/>
              </a:spcBef>
              <a:buNone/>
              <a:defRPr sz="1100">
                <a:solidFill>
                  <a:schemeClr val="lt1"/>
                </a:solidFill>
                <a:latin typeface="Arial"/>
                <a:ea typeface="Arial"/>
                <a:cs typeface="Arial"/>
                <a:sym typeface="Arial"/>
              </a:defRPr>
            </a:lvl4pPr>
            <a:lvl5pPr indent="0" lvl="4" marL="0" algn="r">
              <a:spcBef>
                <a:spcPts val="0"/>
              </a:spcBef>
              <a:buNone/>
              <a:defRPr sz="1100">
                <a:solidFill>
                  <a:schemeClr val="lt1"/>
                </a:solidFill>
                <a:latin typeface="Arial"/>
                <a:ea typeface="Arial"/>
                <a:cs typeface="Arial"/>
                <a:sym typeface="Arial"/>
              </a:defRPr>
            </a:lvl5pPr>
            <a:lvl6pPr indent="0" lvl="5" marL="0" algn="r">
              <a:spcBef>
                <a:spcPts val="0"/>
              </a:spcBef>
              <a:buNone/>
              <a:defRPr sz="1100">
                <a:solidFill>
                  <a:schemeClr val="lt1"/>
                </a:solidFill>
                <a:latin typeface="Arial"/>
                <a:ea typeface="Arial"/>
                <a:cs typeface="Arial"/>
                <a:sym typeface="Arial"/>
              </a:defRPr>
            </a:lvl6pPr>
            <a:lvl7pPr indent="0" lvl="6" marL="0" algn="r">
              <a:spcBef>
                <a:spcPts val="0"/>
              </a:spcBef>
              <a:buNone/>
              <a:defRPr sz="1100">
                <a:solidFill>
                  <a:schemeClr val="lt1"/>
                </a:solidFill>
                <a:latin typeface="Arial"/>
                <a:ea typeface="Arial"/>
                <a:cs typeface="Arial"/>
                <a:sym typeface="Arial"/>
              </a:defRPr>
            </a:lvl7pPr>
            <a:lvl8pPr indent="0" lvl="7" marL="0" algn="r">
              <a:spcBef>
                <a:spcPts val="0"/>
              </a:spcBef>
              <a:buNone/>
              <a:defRPr sz="1100">
                <a:solidFill>
                  <a:schemeClr val="lt1"/>
                </a:solidFill>
                <a:latin typeface="Arial"/>
                <a:ea typeface="Arial"/>
                <a:cs typeface="Arial"/>
                <a:sym typeface="Arial"/>
              </a:defRPr>
            </a:lvl8pPr>
            <a:lvl9pPr indent="0" lvl="8" marL="0" algn="r">
              <a:spcBef>
                <a:spcPts val="0"/>
              </a:spcBef>
              <a:buNone/>
              <a:defRPr sz="11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bg>
      <p:bgPr>
        <a:gradFill>
          <a:gsLst>
            <a:gs pos="0">
              <a:schemeClr val="accent1"/>
            </a:gs>
            <a:gs pos="100000">
              <a:srgbClr val="297694"/>
            </a:gs>
          </a:gsLst>
          <a:path path="circle">
            <a:fillToRect b="50%" l="50%" r="50%" t="50%"/>
          </a:path>
          <a:tileRect/>
        </a:gradFill>
      </p:bgPr>
    </p:bg>
    <p:spTree>
      <p:nvGrpSpPr>
        <p:cNvPr id="698" name="Shape 698"/>
        <p:cNvGrpSpPr/>
        <p:nvPr/>
      </p:nvGrpSpPr>
      <p:grpSpPr>
        <a:xfrm>
          <a:off x="0" y="0"/>
          <a:ext cx="0" cy="0"/>
          <a:chOff x="0" y="0"/>
          <a:chExt cx="0" cy="0"/>
        </a:xfrm>
      </p:grpSpPr>
      <p:grpSp>
        <p:nvGrpSpPr>
          <p:cNvPr id="699" name="Google Shape;699;g321566f0535_0_718"/>
          <p:cNvGrpSpPr/>
          <p:nvPr/>
        </p:nvGrpSpPr>
        <p:grpSpPr>
          <a:xfrm>
            <a:off x="-120" y="0"/>
            <a:ext cx="12192240" cy="6858000"/>
            <a:chOff x="-120" y="0"/>
            <a:chExt cx="12192240" cy="6858000"/>
          </a:xfrm>
        </p:grpSpPr>
        <p:cxnSp>
          <p:nvCxnSpPr>
            <p:cNvPr id="700" name="Google Shape;700;g321566f0535_0_718"/>
            <p:cNvCxnSpPr/>
            <p:nvPr/>
          </p:nvCxnSpPr>
          <p:spPr>
            <a:xfrm>
              <a:off x="610194"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1" name="Google Shape;701;g321566f0535_0_718"/>
            <p:cNvCxnSpPr/>
            <p:nvPr/>
          </p:nvCxnSpPr>
          <p:spPr>
            <a:xfrm>
              <a:off x="1829332"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2" name="Google Shape;702;g321566f0535_0_718"/>
            <p:cNvCxnSpPr/>
            <p:nvPr/>
          </p:nvCxnSpPr>
          <p:spPr>
            <a:xfrm>
              <a:off x="3048470"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3" name="Google Shape;703;g321566f0535_0_718"/>
            <p:cNvCxnSpPr/>
            <p:nvPr/>
          </p:nvCxnSpPr>
          <p:spPr>
            <a:xfrm>
              <a:off x="4267608"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4" name="Google Shape;704;g321566f0535_0_718"/>
            <p:cNvCxnSpPr/>
            <p:nvPr/>
          </p:nvCxnSpPr>
          <p:spPr>
            <a:xfrm>
              <a:off x="5486746"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5" name="Google Shape;705;g321566f0535_0_718"/>
            <p:cNvCxnSpPr/>
            <p:nvPr/>
          </p:nvCxnSpPr>
          <p:spPr>
            <a:xfrm>
              <a:off x="6705884"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6" name="Google Shape;706;g321566f0535_0_718"/>
            <p:cNvCxnSpPr/>
            <p:nvPr/>
          </p:nvCxnSpPr>
          <p:spPr>
            <a:xfrm>
              <a:off x="7925022"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7" name="Google Shape;707;g321566f0535_0_718"/>
            <p:cNvCxnSpPr/>
            <p:nvPr/>
          </p:nvCxnSpPr>
          <p:spPr>
            <a:xfrm>
              <a:off x="9144160"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8" name="Google Shape;708;g321566f0535_0_718"/>
            <p:cNvCxnSpPr/>
            <p:nvPr/>
          </p:nvCxnSpPr>
          <p:spPr>
            <a:xfrm>
              <a:off x="10363298"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09" name="Google Shape;709;g321566f0535_0_718"/>
            <p:cNvCxnSpPr/>
            <p:nvPr/>
          </p:nvCxnSpPr>
          <p:spPr>
            <a:xfrm>
              <a:off x="11582436" y="0"/>
              <a:ext cx="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0" name="Google Shape;710;g321566f0535_0_718"/>
            <p:cNvCxnSpPr/>
            <p:nvPr/>
          </p:nvCxnSpPr>
          <p:spPr>
            <a:xfrm>
              <a:off x="2819" y="386485"/>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1" name="Google Shape;711;g321566f0535_0_718"/>
            <p:cNvCxnSpPr/>
            <p:nvPr/>
          </p:nvCxnSpPr>
          <p:spPr>
            <a:xfrm>
              <a:off x="2819" y="1611181"/>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2" name="Google Shape;712;g321566f0535_0_718"/>
            <p:cNvCxnSpPr/>
            <p:nvPr/>
          </p:nvCxnSpPr>
          <p:spPr>
            <a:xfrm>
              <a:off x="2819" y="2835877"/>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3" name="Google Shape;713;g321566f0535_0_718"/>
            <p:cNvCxnSpPr/>
            <p:nvPr/>
          </p:nvCxnSpPr>
          <p:spPr>
            <a:xfrm>
              <a:off x="2819" y="4060573"/>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4" name="Google Shape;714;g321566f0535_0_718"/>
            <p:cNvCxnSpPr/>
            <p:nvPr/>
          </p:nvCxnSpPr>
          <p:spPr>
            <a:xfrm>
              <a:off x="2819" y="5285269"/>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5" name="Google Shape;715;g321566f0535_0_718"/>
            <p:cNvCxnSpPr/>
            <p:nvPr/>
          </p:nvCxnSpPr>
          <p:spPr>
            <a:xfrm>
              <a:off x="2819" y="6509965"/>
              <a:ext cx="12189000" cy="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716" name="Google Shape;716;g321566f0535_0_718"/>
            <p:cNvGrpSpPr/>
            <p:nvPr/>
          </p:nvGrpSpPr>
          <p:grpSpPr>
            <a:xfrm>
              <a:off x="-120" y="0"/>
              <a:ext cx="12192217" cy="6858000"/>
              <a:chOff x="-120" y="0"/>
              <a:chExt cx="12192217" cy="6858000"/>
            </a:xfrm>
          </p:grpSpPr>
          <p:cxnSp>
            <p:nvCxnSpPr>
              <p:cNvPr id="717" name="Google Shape;717;g321566f0535_0_718"/>
              <p:cNvCxnSpPr/>
              <p:nvPr/>
            </p:nvCxnSpPr>
            <p:spPr>
              <a:xfrm>
                <a:off x="225425"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8" name="Google Shape;718;g321566f0535_0_718"/>
              <p:cNvCxnSpPr/>
              <p:nvPr/>
            </p:nvCxnSpPr>
            <p:spPr>
              <a:xfrm>
                <a:off x="144915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19" name="Google Shape;719;g321566f0535_0_718"/>
              <p:cNvCxnSpPr/>
              <p:nvPr/>
            </p:nvCxnSpPr>
            <p:spPr>
              <a:xfrm>
                <a:off x="266598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20" name="Google Shape;720;g321566f0535_0_718"/>
              <p:cNvCxnSpPr/>
              <p:nvPr/>
            </p:nvCxnSpPr>
            <p:spPr>
              <a:xfrm>
                <a:off x="3885119"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21" name="Google Shape;721;g321566f0535_0_718"/>
              <p:cNvCxnSpPr/>
              <p:nvPr/>
            </p:nvCxnSpPr>
            <p:spPr>
              <a:xfrm>
                <a:off x="510650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722" name="Google Shape;722;g321566f0535_0_718"/>
              <p:cNvGrpSpPr/>
              <p:nvPr/>
            </p:nvGrpSpPr>
            <p:grpSpPr>
              <a:xfrm>
                <a:off x="6327885" y="0"/>
                <a:ext cx="5864212" cy="5898600"/>
                <a:chOff x="6327885" y="0"/>
                <a:chExt cx="5864212" cy="5898600"/>
              </a:xfrm>
            </p:grpSpPr>
            <p:cxnSp>
              <p:nvCxnSpPr>
                <p:cNvPr id="723" name="Google Shape;723;g321566f0535_0_718"/>
                <p:cNvCxnSpPr/>
                <p:nvPr/>
              </p:nvCxnSpPr>
              <p:spPr>
                <a:xfrm>
                  <a:off x="6327885" y="0"/>
                  <a:ext cx="5864100" cy="5898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24" name="Google Shape;724;g321566f0535_0_718"/>
                <p:cNvCxnSpPr/>
                <p:nvPr/>
              </p:nvCxnSpPr>
              <p:spPr>
                <a:xfrm>
                  <a:off x="7549268" y="0"/>
                  <a:ext cx="4642800" cy="4672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25" name="Google Shape;725;g321566f0535_0_718"/>
                <p:cNvCxnSpPr/>
                <p:nvPr/>
              </p:nvCxnSpPr>
              <p:spPr>
                <a:xfrm>
                  <a:off x="8772997" y="0"/>
                  <a:ext cx="3419100" cy="345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26" name="Google Shape;726;g321566f0535_0_718"/>
                <p:cNvCxnSpPr/>
                <p:nvPr/>
              </p:nvCxnSpPr>
              <p:spPr>
                <a:xfrm>
                  <a:off x="9982200" y="0"/>
                  <a:ext cx="2209800" cy="222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27" name="Google Shape;727;g321566f0535_0_718"/>
                <p:cNvCxnSpPr/>
                <p:nvPr/>
              </p:nvCxnSpPr>
              <p:spPr>
                <a:xfrm>
                  <a:off x="11199019" y="0"/>
                  <a:ext cx="993000" cy="1002600"/>
                </a:xfrm>
                <a:prstGeom prst="straightConnector1">
                  <a:avLst/>
                </a:prstGeom>
                <a:noFill/>
                <a:ln cap="flat" cmpd="sng" w="9525">
                  <a:solidFill>
                    <a:srgbClr val="266F8B">
                      <a:alpha val="24710"/>
                    </a:srgbClr>
                  </a:solidFill>
                  <a:prstDash val="solid"/>
                  <a:miter lim="800000"/>
                  <a:headEnd len="sm" w="sm" type="none"/>
                  <a:tailEnd len="sm" w="sm" type="none"/>
                </a:ln>
              </p:spPr>
            </p:cxnSp>
          </p:grpSp>
          <p:cxnSp>
            <p:nvCxnSpPr>
              <p:cNvPr id="728" name="Google Shape;728;g321566f0535_0_718"/>
              <p:cNvCxnSpPr/>
              <p:nvPr/>
            </p:nvCxnSpPr>
            <p:spPr>
              <a:xfrm rot="10800000">
                <a:off x="110" y="1012198"/>
                <a:ext cx="5828700" cy="5845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29" name="Google Shape;729;g321566f0535_0_718"/>
              <p:cNvCxnSpPr/>
              <p:nvPr/>
            </p:nvCxnSpPr>
            <p:spPr>
              <a:xfrm rot="10800000">
                <a:off x="-120" y="2227198"/>
                <a:ext cx="4614900" cy="4630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30" name="Google Shape;730;g321566f0535_0_718"/>
              <p:cNvCxnSpPr/>
              <p:nvPr/>
            </p:nvCxnSpPr>
            <p:spPr>
              <a:xfrm rot="10800000">
                <a:off x="18" y="3432298"/>
                <a:ext cx="3398400" cy="34257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31" name="Google Shape;731;g321566f0535_0_718"/>
              <p:cNvCxnSpPr/>
              <p:nvPr/>
            </p:nvCxnSpPr>
            <p:spPr>
              <a:xfrm rot="10800000">
                <a:off x="-105" y="4651498"/>
                <a:ext cx="2196600" cy="2206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32" name="Google Shape;732;g321566f0535_0_718"/>
              <p:cNvCxnSpPr/>
              <p:nvPr/>
            </p:nvCxnSpPr>
            <p:spPr>
              <a:xfrm rot="10800000">
                <a:off x="2" y="5864398"/>
                <a:ext cx="987000" cy="993600"/>
              </a:xfrm>
              <a:prstGeom prst="straightConnector1">
                <a:avLst/>
              </a:prstGeom>
              <a:noFill/>
              <a:ln cap="flat" cmpd="sng" w="9525">
                <a:solidFill>
                  <a:srgbClr val="266F8B">
                    <a:alpha val="24710"/>
                  </a:srgbClr>
                </a:solidFill>
                <a:prstDash val="solid"/>
                <a:miter lim="800000"/>
                <a:headEnd len="sm" w="sm" type="none"/>
                <a:tailEnd len="sm" w="sm" type="none"/>
              </a:ln>
            </p:spPr>
          </p:cxnSp>
        </p:grpSp>
        <p:grpSp>
          <p:nvGrpSpPr>
            <p:cNvPr id="733" name="Google Shape;733;g321566f0535_0_718"/>
            <p:cNvGrpSpPr/>
            <p:nvPr/>
          </p:nvGrpSpPr>
          <p:grpSpPr>
            <a:xfrm flipH="1">
              <a:off x="-97" y="0"/>
              <a:ext cx="12192217" cy="6858000"/>
              <a:chOff x="-120" y="0"/>
              <a:chExt cx="12192217" cy="6858000"/>
            </a:xfrm>
          </p:grpSpPr>
          <p:cxnSp>
            <p:nvCxnSpPr>
              <p:cNvPr id="734" name="Google Shape;734;g321566f0535_0_718"/>
              <p:cNvCxnSpPr/>
              <p:nvPr/>
            </p:nvCxnSpPr>
            <p:spPr>
              <a:xfrm>
                <a:off x="225425"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35" name="Google Shape;735;g321566f0535_0_718"/>
              <p:cNvCxnSpPr/>
              <p:nvPr/>
            </p:nvCxnSpPr>
            <p:spPr>
              <a:xfrm>
                <a:off x="144915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36" name="Google Shape;736;g321566f0535_0_718"/>
              <p:cNvCxnSpPr/>
              <p:nvPr/>
            </p:nvCxnSpPr>
            <p:spPr>
              <a:xfrm>
                <a:off x="2665982"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37" name="Google Shape;737;g321566f0535_0_718"/>
              <p:cNvCxnSpPr/>
              <p:nvPr/>
            </p:nvCxnSpPr>
            <p:spPr>
              <a:xfrm>
                <a:off x="3885119"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38" name="Google Shape;738;g321566f0535_0_718"/>
              <p:cNvCxnSpPr/>
              <p:nvPr/>
            </p:nvCxnSpPr>
            <p:spPr>
              <a:xfrm>
                <a:off x="5150644" y="0"/>
                <a:ext cx="6816000" cy="6858000"/>
              </a:xfrm>
              <a:prstGeom prst="straightConnector1">
                <a:avLst/>
              </a:prstGeom>
              <a:noFill/>
              <a:ln cap="flat" cmpd="sng" w="9525">
                <a:solidFill>
                  <a:srgbClr val="266F8B">
                    <a:alpha val="24710"/>
                  </a:srgbClr>
                </a:solidFill>
                <a:prstDash val="solid"/>
                <a:miter lim="800000"/>
                <a:headEnd len="sm" w="sm" type="none"/>
                <a:tailEnd len="sm" w="sm" type="none"/>
              </a:ln>
            </p:spPr>
          </p:cxnSp>
          <p:grpSp>
            <p:nvGrpSpPr>
              <p:cNvPr id="739" name="Google Shape;739;g321566f0535_0_718"/>
              <p:cNvGrpSpPr/>
              <p:nvPr/>
            </p:nvGrpSpPr>
            <p:grpSpPr>
              <a:xfrm>
                <a:off x="6327885" y="0"/>
                <a:ext cx="5864212" cy="5898600"/>
                <a:chOff x="6327885" y="0"/>
                <a:chExt cx="5864212" cy="5898600"/>
              </a:xfrm>
            </p:grpSpPr>
            <p:cxnSp>
              <p:nvCxnSpPr>
                <p:cNvPr id="740" name="Google Shape;740;g321566f0535_0_718"/>
                <p:cNvCxnSpPr/>
                <p:nvPr/>
              </p:nvCxnSpPr>
              <p:spPr>
                <a:xfrm>
                  <a:off x="6327885" y="0"/>
                  <a:ext cx="5864100" cy="5898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1" name="Google Shape;741;g321566f0535_0_718"/>
                <p:cNvCxnSpPr/>
                <p:nvPr/>
              </p:nvCxnSpPr>
              <p:spPr>
                <a:xfrm>
                  <a:off x="7549268" y="0"/>
                  <a:ext cx="4642800" cy="4672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2" name="Google Shape;742;g321566f0535_0_718"/>
                <p:cNvCxnSpPr/>
                <p:nvPr/>
              </p:nvCxnSpPr>
              <p:spPr>
                <a:xfrm>
                  <a:off x="8772997" y="0"/>
                  <a:ext cx="3419100" cy="345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3" name="Google Shape;743;g321566f0535_0_718"/>
                <p:cNvCxnSpPr/>
                <p:nvPr/>
              </p:nvCxnSpPr>
              <p:spPr>
                <a:xfrm>
                  <a:off x="9982200" y="0"/>
                  <a:ext cx="2209800" cy="22266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4" name="Google Shape;744;g321566f0535_0_718"/>
                <p:cNvCxnSpPr/>
                <p:nvPr/>
              </p:nvCxnSpPr>
              <p:spPr>
                <a:xfrm>
                  <a:off x="11199019" y="0"/>
                  <a:ext cx="993000" cy="1002600"/>
                </a:xfrm>
                <a:prstGeom prst="straightConnector1">
                  <a:avLst/>
                </a:prstGeom>
                <a:noFill/>
                <a:ln cap="flat" cmpd="sng" w="9525">
                  <a:solidFill>
                    <a:srgbClr val="266F8B">
                      <a:alpha val="24710"/>
                    </a:srgbClr>
                  </a:solidFill>
                  <a:prstDash val="solid"/>
                  <a:miter lim="800000"/>
                  <a:headEnd len="sm" w="sm" type="none"/>
                  <a:tailEnd len="sm" w="sm" type="none"/>
                </a:ln>
              </p:spPr>
            </p:cxnSp>
          </p:grpSp>
          <p:cxnSp>
            <p:nvCxnSpPr>
              <p:cNvPr id="745" name="Google Shape;745;g321566f0535_0_718"/>
              <p:cNvCxnSpPr/>
              <p:nvPr/>
            </p:nvCxnSpPr>
            <p:spPr>
              <a:xfrm rot="10800000">
                <a:off x="110" y="1012198"/>
                <a:ext cx="5828700" cy="5845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6" name="Google Shape;746;g321566f0535_0_718"/>
              <p:cNvCxnSpPr/>
              <p:nvPr/>
            </p:nvCxnSpPr>
            <p:spPr>
              <a:xfrm rot="10800000">
                <a:off x="-120" y="2227198"/>
                <a:ext cx="4614900" cy="46308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7" name="Google Shape;747;g321566f0535_0_718"/>
              <p:cNvCxnSpPr/>
              <p:nvPr/>
            </p:nvCxnSpPr>
            <p:spPr>
              <a:xfrm rot="10800000">
                <a:off x="18" y="3432298"/>
                <a:ext cx="3398400" cy="34257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8" name="Google Shape;748;g321566f0535_0_718"/>
              <p:cNvCxnSpPr/>
              <p:nvPr/>
            </p:nvCxnSpPr>
            <p:spPr>
              <a:xfrm rot="10800000">
                <a:off x="-105" y="4651498"/>
                <a:ext cx="2196600" cy="2206500"/>
              </a:xfrm>
              <a:prstGeom prst="straightConnector1">
                <a:avLst/>
              </a:prstGeom>
              <a:noFill/>
              <a:ln cap="flat" cmpd="sng" w="9525">
                <a:solidFill>
                  <a:srgbClr val="266F8B">
                    <a:alpha val="24710"/>
                  </a:srgbClr>
                </a:solidFill>
                <a:prstDash val="solid"/>
                <a:miter lim="800000"/>
                <a:headEnd len="sm" w="sm" type="none"/>
                <a:tailEnd len="sm" w="sm" type="none"/>
              </a:ln>
            </p:spPr>
          </p:cxnSp>
          <p:cxnSp>
            <p:nvCxnSpPr>
              <p:cNvPr id="749" name="Google Shape;749;g321566f0535_0_718"/>
              <p:cNvCxnSpPr/>
              <p:nvPr/>
            </p:nvCxnSpPr>
            <p:spPr>
              <a:xfrm rot="10800000">
                <a:off x="2" y="5864398"/>
                <a:ext cx="987000" cy="993600"/>
              </a:xfrm>
              <a:prstGeom prst="straightConnector1">
                <a:avLst/>
              </a:prstGeom>
              <a:noFill/>
              <a:ln cap="flat" cmpd="sng" w="9525">
                <a:solidFill>
                  <a:srgbClr val="266F8B">
                    <a:alpha val="24710"/>
                  </a:srgbClr>
                </a:solidFill>
                <a:prstDash val="solid"/>
                <a:miter lim="800000"/>
                <a:headEnd len="sm" w="sm" type="none"/>
                <a:tailEnd len="sm" w="sm" type="none"/>
              </a:ln>
            </p:spPr>
          </p:cxnSp>
        </p:grpSp>
      </p:grpSp>
      <p:sp>
        <p:nvSpPr>
          <p:cNvPr id="750" name="Google Shape;750;g321566f0535_0_718"/>
          <p:cNvSpPr/>
          <p:nvPr/>
        </p:nvSpPr>
        <p:spPr>
          <a:xfrm>
            <a:off x="0" y="0"/>
            <a:ext cx="7315200" cy="6858000"/>
          </a:xfrm>
          <a:prstGeom prst="rect">
            <a:avLst/>
          </a:prstGeom>
          <a:gradFill>
            <a:gsLst>
              <a:gs pos="0">
                <a:schemeClr val="lt1"/>
              </a:gs>
              <a:gs pos="69000">
                <a:schemeClr val="lt1"/>
              </a:gs>
              <a:gs pos="100000">
                <a:srgbClr val="F2F2F2"/>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751" name="Google Shape;751;g321566f0535_0_718"/>
          <p:cNvCxnSpPr/>
          <p:nvPr/>
        </p:nvCxnSpPr>
        <p:spPr>
          <a:xfrm>
            <a:off x="7923089" y="2895600"/>
            <a:ext cx="3659400" cy="0"/>
          </a:xfrm>
          <a:prstGeom prst="straightConnector1">
            <a:avLst/>
          </a:prstGeom>
          <a:noFill/>
          <a:ln cap="flat" cmpd="sng" w="19050">
            <a:solidFill>
              <a:schemeClr val="lt1"/>
            </a:solidFill>
            <a:prstDash val="solid"/>
            <a:miter lim="800000"/>
            <a:headEnd len="sm" w="sm" type="none"/>
            <a:tailEnd len="sm" w="sm" type="none"/>
          </a:ln>
        </p:spPr>
      </p:cxnSp>
      <p:sp>
        <p:nvSpPr>
          <p:cNvPr id="752" name="Google Shape;752;g321566f0535_0_718"/>
          <p:cNvSpPr txBox="1"/>
          <p:nvPr>
            <p:ph type="title"/>
          </p:nvPr>
        </p:nvSpPr>
        <p:spPr>
          <a:xfrm>
            <a:off x="7909560" y="576072"/>
            <a:ext cx="3657600" cy="21945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600"/>
              <a:buFont typeface="Arial"/>
              <a:buNone/>
              <a:defRPr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descr="An empty placeholder to add an image. Click on the placeholder and select the image that you wish to add." id="753" name="Google Shape;753;g321566f0535_0_718"/>
          <p:cNvSpPr/>
          <p:nvPr>
            <p:ph idx="2" type="pic"/>
          </p:nvPr>
        </p:nvSpPr>
        <p:spPr>
          <a:xfrm>
            <a:off x="4412" y="-159"/>
            <a:ext cx="7315200" cy="6858000"/>
          </a:xfrm>
          <a:prstGeom prst="rect">
            <a:avLst/>
          </a:prstGeom>
          <a:noFill/>
          <a:ln>
            <a:noFill/>
          </a:ln>
        </p:spPr>
      </p:sp>
      <p:sp>
        <p:nvSpPr>
          <p:cNvPr id="754" name="Google Shape;754;g321566f0535_0_718"/>
          <p:cNvSpPr txBox="1"/>
          <p:nvPr>
            <p:ph idx="1" type="body"/>
          </p:nvPr>
        </p:nvSpPr>
        <p:spPr>
          <a:xfrm>
            <a:off x="7909560" y="2999232"/>
            <a:ext cx="3657600" cy="2286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600"/>
              <a:buNone/>
              <a:defRPr sz="1600">
                <a:solidFill>
                  <a:schemeClr val="lt1"/>
                </a:solidFill>
              </a:defRPr>
            </a:lvl1pPr>
            <a:lvl2pPr indent="-228600" lvl="1" marL="914400" algn="l">
              <a:lnSpc>
                <a:spcPct val="90000"/>
              </a:lnSpc>
              <a:spcBef>
                <a:spcPts val="1200"/>
              </a:spcBef>
              <a:spcAft>
                <a:spcPts val="0"/>
              </a:spcAft>
              <a:buSzPts val="1400"/>
              <a:buNone/>
              <a:defRPr sz="1400"/>
            </a:lvl2pPr>
            <a:lvl3pPr indent="-228600" lvl="2" marL="1371600" algn="l">
              <a:lnSpc>
                <a:spcPct val="90000"/>
              </a:lnSpc>
              <a:spcBef>
                <a:spcPts val="800"/>
              </a:spcBef>
              <a:spcAft>
                <a:spcPts val="0"/>
              </a:spcAft>
              <a:buSzPts val="1200"/>
              <a:buNone/>
              <a:defRPr sz="1200"/>
            </a:lvl3pPr>
            <a:lvl4pPr indent="-228600" lvl="3" marL="1828800" algn="l">
              <a:lnSpc>
                <a:spcPct val="90000"/>
              </a:lnSpc>
              <a:spcBef>
                <a:spcPts val="800"/>
              </a:spcBef>
              <a:spcAft>
                <a:spcPts val="0"/>
              </a:spcAft>
              <a:buSzPts val="1000"/>
              <a:buNone/>
              <a:defRPr sz="1000"/>
            </a:lvl4pPr>
            <a:lvl5pPr indent="-228600" lvl="4" marL="2286000" algn="l">
              <a:lnSpc>
                <a:spcPct val="90000"/>
              </a:lnSpc>
              <a:spcBef>
                <a:spcPts val="600"/>
              </a:spcBef>
              <a:spcAft>
                <a:spcPts val="0"/>
              </a:spcAft>
              <a:buSzPts val="1000"/>
              <a:buNone/>
              <a:defRPr sz="1000"/>
            </a:lvl5pPr>
            <a:lvl6pPr indent="-228600" lvl="5" marL="2743200" algn="l">
              <a:lnSpc>
                <a:spcPct val="90000"/>
              </a:lnSpc>
              <a:spcBef>
                <a:spcPts val="600"/>
              </a:spcBef>
              <a:spcAft>
                <a:spcPts val="0"/>
              </a:spcAft>
              <a:buSzPts val="1000"/>
              <a:buNone/>
              <a:defRPr sz="1000"/>
            </a:lvl6pPr>
            <a:lvl7pPr indent="-228600" lvl="6" marL="3200400" algn="l">
              <a:lnSpc>
                <a:spcPct val="90000"/>
              </a:lnSpc>
              <a:spcBef>
                <a:spcPts val="600"/>
              </a:spcBef>
              <a:spcAft>
                <a:spcPts val="0"/>
              </a:spcAft>
              <a:buSzPts val="1000"/>
              <a:buNone/>
              <a:defRPr sz="1000"/>
            </a:lvl7pPr>
            <a:lvl8pPr indent="-228600" lvl="7" marL="3657600" algn="l">
              <a:lnSpc>
                <a:spcPct val="90000"/>
              </a:lnSpc>
              <a:spcBef>
                <a:spcPts val="600"/>
              </a:spcBef>
              <a:spcAft>
                <a:spcPts val="0"/>
              </a:spcAft>
              <a:buSzPts val="1000"/>
              <a:buNone/>
              <a:defRPr sz="1000"/>
            </a:lvl8pPr>
            <a:lvl9pPr indent="-228600" lvl="8" marL="4114800" algn="l">
              <a:lnSpc>
                <a:spcPct val="90000"/>
              </a:lnSpc>
              <a:spcBef>
                <a:spcPts val="600"/>
              </a:spcBef>
              <a:spcAft>
                <a:spcPts val="0"/>
              </a:spcAft>
              <a:buSzPts val="1000"/>
              <a:buNone/>
              <a:defRPr sz="1000"/>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55" name="Shape 755"/>
        <p:cNvGrpSpPr/>
        <p:nvPr/>
      </p:nvGrpSpPr>
      <p:grpSpPr>
        <a:xfrm>
          <a:off x="0" y="0"/>
          <a:ext cx="0" cy="0"/>
          <a:chOff x="0" y="0"/>
          <a:chExt cx="0" cy="0"/>
        </a:xfrm>
      </p:grpSpPr>
      <p:sp>
        <p:nvSpPr>
          <p:cNvPr id="756" name="Google Shape;756;g321566f0535_0_775"/>
          <p:cNvSpPr txBox="1"/>
          <p:nvPr>
            <p:ph type="title"/>
          </p:nvPr>
        </p:nvSpPr>
        <p:spPr>
          <a:xfrm>
            <a:off x="1295400" y="503853"/>
            <a:ext cx="9601200" cy="1142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7" name="Google Shape;757;g321566f0535_0_775"/>
          <p:cNvSpPr txBox="1"/>
          <p:nvPr>
            <p:ph idx="1" type="body"/>
          </p:nvPr>
        </p:nvSpPr>
        <p:spPr>
          <a:xfrm rot="5400000">
            <a:off x="4191000" y="-914399"/>
            <a:ext cx="3810000"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758" name="Google Shape;758;g321566f0535_0_775"/>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9" name="Google Shape;759;g321566f0535_0_775"/>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0" name="Google Shape;760;g321566f0535_0_775"/>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1" name="Shape 761"/>
        <p:cNvGrpSpPr/>
        <p:nvPr/>
      </p:nvGrpSpPr>
      <p:grpSpPr>
        <a:xfrm>
          <a:off x="0" y="0"/>
          <a:ext cx="0" cy="0"/>
          <a:chOff x="0" y="0"/>
          <a:chExt cx="0" cy="0"/>
        </a:xfrm>
      </p:grpSpPr>
      <p:sp>
        <p:nvSpPr>
          <p:cNvPr id="762" name="Google Shape;762;g321566f0535_0_781"/>
          <p:cNvSpPr txBox="1"/>
          <p:nvPr>
            <p:ph type="title"/>
          </p:nvPr>
        </p:nvSpPr>
        <p:spPr>
          <a:xfrm rot="5400000">
            <a:off x="7402350" y="2296906"/>
            <a:ext cx="5301300" cy="1687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266F8B"/>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3" name="Google Shape;763;g321566f0535_0_781"/>
          <p:cNvSpPr txBox="1"/>
          <p:nvPr>
            <p:ph idx="1" type="body"/>
          </p:nvPr>
        </p:nvSpPr>
        <p:spPr>
          <a:xfrm rot="5400000">
            <a:off x="2438443" y="-653144"/>
            <a:ext cx="5301300" cy="7587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800"/>
              </a:spcBef>
              <a:spcAft>
                <a:spcPts val="0"/>
              </a:spcAft>
              <a:buSzPts val="1800"/>
              <a:buChar char="▪"/>
              <a:defRPr/>
            </a:lvl1pPr>
            <a:lvl2pPr indent="-342900" lvl="1" marL="914400" algn="l">
              <a:lnSpc>
                <a:spcPct val="90000"/>
              </a:lnSpc>
              <a:spcBef>
                <a:spcPts val="1200"/>
              </a:spcBef>
              <a:spcAft>
                <a:spcPts val="0"/>
              </a:spcAft>
              <a:buSzPts val="1800"/>
              <a:buChar char="▪"/>
              <a:defRPr/>
            </a:lvl2pPr>
            <a:lvl3pPr indent="-342900" lvl="2" marL="1371600" algn="l">
              <a:lnSpc>
                <a:spcPct val="90000"/>
              </a:lnSpc>
              <a:spcBef>
                <a:spcPts val="800"/>
              </a:spcBef>
              <a:spcAft>
                <a:spcPts val="0"/>
              </a:spcAft>
              <a:buSzPts val="1800"/>
              <a:buChar char="▪"/>
              <a:defRPr/>
            </a:lvl3pPr>
            <a:lvl4pPr indent="-342900" lvl="3" marL="1828800" algn="l">
              <a:lnSpc>
                <a:spcPct val="90000"/>
              </a:lnSpc>
              <a:spcBef>
                <a:spcPts val="800"/>
              </a:spcBef>
              <a:spcAft>
                <a:spcPts val="0"/>
              </a:spcAft>
              <a:buSzPts val="1800"/>
              <a:buChar char="▪"/>
              <a:defRPr/>
            </a:lvl4pPr>
            <a:lvl5pPr indent="-342900" lvl="4" marL="2286000" algn="l">
              <a:lnSpc>
                <a:spcPct val="90000"/>
              </a:lnSpc>
              <a:spcBef>
                <a:spcPts val="600"/>
              </a:spcBef>
              <a:spcAft>
                <a:spcPts val="0"/>
              </a:spcAft>
              <a:buSzPts val="1800"/>
              <a:buChar char="▪"/>
              <a:defRPr/>
            </a:lvl5pPr>
            <a:lvl6pPr indent="-342900" lvl="5" marL="2743200" algn="l">
              <a:lnSpc>
                <a:spcPct val="90000"/>
              </a:lnSpc>
              <a:spcBef>
                <a:spcPts val="600"/>
              </a:spcBef>
              <a:spcAft>
                <a:spcPts val="0"/>
              </a:spcAft>
              <a:buSzPts val="1800"/>
              <a:buChar char="▪"/>
              <a:defRPr/>
            </a:lvl6pPr>
            <a:lvl7pPr indent="-342900" lvl="6" marL="3200400" algn="l">
              <a:lnSpc>
                <a:spcPct val="90000"/>
              </a:lnSpc>
              <a:spcBef>
                <a:spcPts val="600"/>
              </a:spcBef>
              <a:spcAft>
                <a:spcPts val="0"/>
              </a:spcAft>
              <a:buSzPts val="1800"/>
              <a:buChar char="▪"/>
              <a:defRPr/>
            </a:lvl7pPr>
            <a:lvl8pPr indent="-342900" lvl="7" marL="3657600" algn="l">
              <a:lnSpc>
                <a:spcPct val="90000"/>
              </a:lnSpc>
              <a:spcBef>
                <a:spcPts val="600"/>
              </a:spcBef>
              <a:spcAft>
                <a:spcPts val="0"/>
              </a:spcAft>
              <a:buSzPts val="1800"/>
              <a:buChar char="▪"/>
              <a:defRPr/>
            </a:lvl8pPr>
            <a:lvl9pPr indent="-228600" lvl="8" marL="4114800" algn="l">
              <a:lnSpc>
                <a:spcPct val="90000"/>
              </a:lnSpc>
              <a:spcBef>
                <a:spcPts val="600"/>
              </a:spcBef>
              <a:spcAft>
                <a:spcPts val="0"/>
              </a:spcAft>
              <a:buSzPts val="1800"/>
              <a:buNone/>
              <a:defRPr/>
            </a:lvl9pPr>
          </a:lstStyle>
          <a:p/>
        </p:txBody>
      </p:sp>
      <p:sp>
        <p:nvSpPr>
          <p:cNvPr id="764" name="Google Shape;764;g321566f0535_0_781"/>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5" name="Google Shape;765;g321566f0535_0_781"/>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6" name="Google Shape;766;g321566f0535_0_781"/>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2999">
              <a:schemeClr val="lt1"/>
            </a:gs>
            <a:gs pos="100000">
              <a:srgbClr val="F2F2F2">
                <a:alpha val="64705"/>
              </a:srgbClr>
            </a:gs>
          </a:gsLst>
          <a:lin ang="5400000" scaled="0"/>
        </a:gradFill>
      </p:bgPr>
    </p:bg>
    <p:spTree>
      <p:nvGrpSpPr>
        <p:cNvPr id="9" name="Shape 9"/>
        <p:cNvGrpSpPr/>
        <p:nvPr/>
      </p:nvGrpSpPr>
      <p:grpSpPr>
        <a:xfrm>
          <a:off x="0" y="0"/>
          <a:ext cx="0" cy="0"/>
          <a:chOff x="0" y="0"/>
          <a:chExt cx="0" cy="0"/>
        </a:xfrm>
      </p:grpSpPr>
      <p:grpSp>
        <p:nvGrpSpPr>
          <p:cNvPr id="10" name="Google Shape;10;p7"/>
          <p:cNvGrpSpPr/>
          <p:nvPr/>
        </p:nvGrpSpPr>
        <p:grpSpPr>
          <a:xfrm>
            <a:off x="-1" y="-195943"/>
            <a:ext cx="12192002" cy="6858000"/>
            <a:chOff x="-1" y="0"/>
            <a:chExt cx="12192002" cy="6858000"/>
          </a:xfrm>
        </p:grpSpPr>
        <p:cxnSp>
          <p:nvCxnSpPr>
            <p:cNvPr id="11" name="Google Shape;11;p7"/>
            <p:cNvCxnSpPr/>
            <p:nvPr/>
          </p:nvCxnSpPr>
          <p:spPr>
            <a:xfrm>
              <a:off x="61019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2" name="Google Shape;12;p7"/>
            <p:cNvCxnSpPr/>
            <p:nvPr/>
          </p:nvCxnSpPr>
          <p:spPr>
            <a:xfrm>
              <a:off x="182933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3" name="Google Shape;13;p7"/>
            <p:cNvCxnSpPr/>
            <p:nvPr/>
          </p:nvCxnSpPr>
          <p:spPr>
            <a:xfrm>
              <a:off x="304847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4" name="Google Shape;14;p7"/>
            <p:cNvCxnSpPr/>
            <p:nvPr/>
          </p:nvCxnSpPr>
          <p:spPr>
            <a:xfrm>
              <a:off x="426760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5" name="Google Shape;15;p7"/>
            <p:cNvCxnSpPr/>
            <p:nvPr/>
          </p:nvCxnSpPr>
          <p:spPr>
            <a:xfrm>
              <a:off x="548674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6" name="Google Shape;16;p7"/>
            <p:cNvCxnSpPr/>
            <p:nvPr/>
          </p:nvCxnSpPr>
          <p:spPr>
            <a:xfrm>
              <a:off x="6705884"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7" name="Google Shape;17;p7"/>
            <p:cNvCxnSpPr/>
            <p:nvPr/>
          </p:nvCxnSpPr>
          <p:spPr>
            <a:xfrm>
              <a:off x="7925022"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8" name="Google Shape;18;p7"/>
            <p:cNvCxnSpPr/>
            <p:nvPr/>
          </p:nvCxnSpPr>
          <p:spPr>
            <a:xfrm>
              <a:off x="9144160"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19" name="Google Shape;19;p7"/>
            <p:cNvCxnSpPr/>
            <p:nvPr/>
          </p:nvCxnSpPr>
          <p:spPr>
            <a:xfrm>
              <a:off x="10363298"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0" name="Google Shape;20;p7"/>
            <p:cNvCxnSpPr/>
            <p:nvPr/>
          </p:nvCxnSpPr>
          <p:spPr>
            <a:xfrm>
              <a:off x="11582436" y="0"/>
              <a:ext cx="0"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1" name="Google Shape;21;p7"/>
            <p:cNvCxnSpPr/>
            <p:nvPr/>
          </p:nvCxnSpPr>
          <p:spPr>
            <a:xfrm>
              <a:off x="2819" y="38648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2" name="Google Shape;22;p7"/>
            <p:cNvCxnSpPr/>
            <p:nvPr/>
          </p:nvCxnSpPr>
          <p:spPr>
            <a:xfrm>
              <a:off x="2819" y="1611181"/>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3" name="Google Shape;23;p7"/>
            <p:cNvCxnSpPr/>
            <p:nvPr/>
          </p:nvCxnSpPr>
          <p:spPr>
            <a:xfrm>
              <a:off x="2819" y="2835877"/>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4" name="Google Shape;24;p7"/>
            <p:cNvCxnSpPr/>
            <p:nvPr/>
          </p:nvCxnSpPr>
          <p:spPr>
            <a:xfrm>
              <a:off x="2819" y="4060573"/>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5" name="Google Shape;25;p7"/>
            <p:cNvCxnSpPr/>
            <p:nvPr/>
          </p:nvCxnSpPr>
          <p:spPr>
            <a:xfrm>
              <a:off x="2819" y="5285269"/>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6" name="Google Shape;26;p7"/>
            <p:cNvCxnSpPr/>
            <p:nvPr/>
          </p:nvCxnSpPr>
          <p:spPr>
            <a:xfrm>
              <a:off x="2819" y="6509965"/>
              <a:ext cx="12188952" cy="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27" name="Google Shape;27;p7"/>
            <p:cNvGrpSpPr/>
            <p:nvPr/>
          </p:nvGrpSpPr>
          <p:grpSpPr>
            <a:xfrm>
              <a:off x="-1" y="0"/>
              <a:ext cx="12192001" cy="6858000"/>
              <a:chOff x="-1" y="0"/>
              <a:chExt cx="12192001" cy="6858000"/>
            </a:xfrm>
          </p:grpSpPr>
          <p:cxnSp>
            <p:nvCxnSpPr>
              <p:cNvPr id="28" name="Google Shape;28;p7"/>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29" name="Google Shape;29;p7"/>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30" name="Google Shape;30;p7"/>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31" name="Google Shape;31;p7"/>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32" name="Google Shape;32;p7"/>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33" name="Google Shape;33;p7"/>
              <p:cNvGrpSpPr/>
              <p:nvPr/>
            </p:nvGrpSpPr>
            <p:grpSpPr>
              <a:xfrm>
                <a:off x="6327885" y="0"/>
                <a:ext cx="5864115" cy="5898673"/>
                <a:chOff x="6327885" y="0"/>
                <a:chExt cx="5864115" cy="5898673"/>
              </a:xfrm>
            </p:grpSpPr>
            <p:cxnSp>
              <p:nvCxnSpPr>
                <p:cNvPr id="34" name="Google Shape;34;p7"/>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35" name="Google Shape;35;p7"/>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36" name="Google Shape;36;p7"/>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37" name="Google Shape;37;p7"/>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38" name="Google Shape;38;p7"/>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39" name="Google Shape;39;p7"/>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0" name="Google Shape;40;p7"/>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1" name="Google Shape;41;p7"/>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2" name="Google Shape;42;p7"/>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3" name="Google Shape;43;p7"/>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nvGrpSpPr>
            <p:cNvPr id="44" name="Google Shape;44;p7"/>
            <p:cNvGrpSpPr/>
            <p:nvPr/>
          </p:nvGrpSpPr>
          <p:grpSpPr>
            <a:xfrm flipH="1">
              <a:off x="0" y="0"/>
              <a:ext cx="12192001" cy="6858000"/>
              <a:chOff x="-1" y="0"/>
              <a:chExt cx="12192001" cy="6858000"/>
            </a:xfrm>
          </p:grpSpPr>
          <p:cxnSp>
            <p:nvCxnSpPr>
              <p:cNvPr id="45" name="Google Shape;45;p7"/>
              <p:cNvCxnSpPr/>
              <p:nvPr/>
            </p:nvCxnSpPr>
            <p:spPr>
              <a:xfrm>
                <a:off x="225425"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6" name="Google Shape;46;p7"/>
              <p:cNvCxnSpPr/>
              <p:nvPr/>
            </p:nvCxnSpPr>
            <p:spPr>
              <a:xfrm>
                <a:off x="1449154"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7" name="Google Shape;47;p7"/>
              <p:cNvCxnSpPr/>
              <p:nvPr/>
            </p:nvCxnSpPr>
            <p:spPr>
              <a:xfrm>
                <a:off x="266598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8" name="Google Shape;48;p7"/>
              <p:cNvCxnSpPr/>
              <p:nvPr/>
            </p:nvCxnSpPr>
            <p:spPr>
              <a:xfrm>
                <a:off x="3885119"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49" name="Google Shape;49;p7"/>
              <p:cNvCxnSpPr/>
              <p:nvPr/>
            </p:nvCxnSpPr>
            <p:spPr>
              <a:xfrm>
                <a:off x="5106502" y="0"/>
                <a:ext cx="6815931" cy="6858000"/>
              </a:xfrm>
              <a:prstGeom prst="straightConnector1">
                <a:avLst/>
              </a:prstGeom>
              <a:noFill/>
              <a:ln cap="flat" cmpd="sng" w="9525">
                <a:solidFill>
                  <a:srgbClr val="D8D8D8">
                    <a:alpha val="24705"/>
                  </a:srgbClr>
                </a:solidFill>
                <a:prstDash val="solid"/>
                <a:miter lim="800000"/>
                <a:headEnd len="sm" w="sm" type="none"/>
                <a:tailEnd len="sm" w="sm" type="none"/>
              </a:ln>
            </p:spPr>
          </p:cxnSp>
          <p:grpSp>
            <p:nvGrpSpPr>
              <p:cNvPr id="50" name="Google Shape;50;p7"/>
              <p:cNvGrpSpPr/>
              <p:nvPr/>
            </p:nvGrpSpPr>
            <p:grpSpPr>
              <a:xfrm>
                <a:off x="6327885" y="0"/>
                <a:ext cx="5864115" cy="5898673"/>
                <a:chOff x="6327885" y="0"/>
                <a:chExt cx="5864115" cy="5898673"/>
              </a:xfrm>
            </p:grpSpPr>
            <p:cxnSp>
              <p:nvCxnSpPr>
                <p:cNvPr id="51" name="Google Shape;51;p7"/>
                <p:cNvCxnSpPr/>
                <p:nvPr/>
              </p:nvCxnSpPr>
              <p:spPr>
                <a:xfrm>
                  <a:off x="6327885" y="0"/>
                  <a:ext cx="5864115" cy="5898673"/>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2" name="Google Shape;52;p7"/>
                <p:cNvCxnSpPr/>
                <p:nvPr/>
              </p:nvCxnSpPr>
              <p:spPr>
                <a:xfrm>
                  <a:off x="7549268" y="0"/>
                  <a:ext cx="4642732" cy="467242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3" name="Google Shape;53;p7"/>
                <p:cNvCxnSpPr/>
                <p:nvPr/>
              </p:nvCxnSpPr>
              <p:spPr>
                <a:xfrm>
                  <a:off x="8772997" y="0"/>
                  <a:ext cx="3419003" cy="34567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4" name="Google Shape;54;p7"/>
                <p:cNvCxnSpPr/>
                <p:nvPr/>
              </p:nvCxnSpPr>
              <p:spPr>
                <a:xfrm>
                  <a:off x="9982200" y="0"/>
                  <a:ext cx="2209800" cy="222646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5" name="Google Shape;55;p7"/>
                <p:cNvCxnSpPr/>
                <p:nvPr/>
              </p:nvCxnSpPr>
              <p:spPr>
                <a:xfrm>
                  <a:off x="11199019" y="0"/>
                  <a:ext cx="992981" cy="1002506"/>
                </a:xfrm>
                <a:prstGeom prst="straightConnector1">
                  <a:avLst/>
                </a:prstGeom>
                <a:noFill/>
                <a:ln cap="flat" cmpd="sng" w="9525">
                  <a:solidFill>
                    <a:srgbClr val="D8D8D8">
                      <a:alpha val="24705"/>
                    </a:srgbClr>
                  </a:solidFill>
                  <a:prstDash val="solid"/>
                  <a:miter lim="800000"/>
                  <a:headEnd len="sm" w="sm" type="none"/>
                  <a:tailEnd len="sm" w="sm" type="none"/>
                </a:ln>
              </p:spPr>
            </p:cxnSp>
          </p:grpSp>
          <p:cxnSp>
            <p:nvCxnSpPr>
              <p:cNvPr id="56" name="Google Shape;56;p7"/>
              <p:cNvCxnSpPr/>
              <p:nvPr/>
            </p:nvCxnSpPr>
            <p:spPr>
              <a:xfrm rot="10800000">
                <a:off x="-1" y="1012053"/>
                <a:ext cx="5828811" cy="5845945"/>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7" name="Google Shape;57;p7"/>
              <p:cNvCxnSpPr/>
              <p:nvPr/>
            </p:nvCxnSpPr>
            <p:spPr>
              <a:xfrm rot="10800000">
                <a:off x="-1" y="2227340"/>
                <a:ext cx="4614781" cy="4630658"/>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8" name="Google Shape;58;p7"/>
              <p:cNvCxnSpPr/>
              <p:nvPr/>
            </p:nvCxnSpPr>
            <p:spPr>
              <a:xfrm rot="10800000">
                <a:off x="-1" y="3432149"/>
                <a:ext cx="3398419" cy="3425849"/>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59" name="Google Shape;59;p7"/>
              <p:cNvCxnSpPr/>
              <p:nvPr/>
            </p:nvCxnSpPr>
            <p:spPr>
              <a:xfrm rot="10800000">
                <a:off x="-1" y="4651431"/>
                <a:ext cx="2196496" cy="2206567"/>
              </a:xfrm>
              <a:prstGeom prst="straightConnector1">
                <a:avLst/>
              </a:prstGeom>
              <a:noFill/>
              <a:ln cap="flat" cmpd="sng" w="9525">
                <a:solidFill>
                  <a:srgbClr val="D8D8D8">
                    <a:alpha val="24705"/>
                  </a:srgbClr>
                </a:solidFill>
                <a:prstDash val="solid"/>
                <a:miter lim="800000"/>
                <a:headEnd len="sm" w="sm" type="none"/>
                <a:tailEnd len="sm" w="sm" type="none"/>
              </a:ln>
            </p:spPr>
          </p:cxnSp>
          <p:cxnSp>
            <p:nvCxnSpPr>
              <p:cNvPr id="60" name="Google Shape;60;p7"/>
              <p:cNvCxnSpPr/>
              <p:nvPr/>
            </p:nvCxnSpPr>
            <p:spPr>
              <a:xfrm rot="10800000">
                <a:off x="-1" y="5864453"/>
                <a:ext cx="987003" cy="993545"/>
              </a:xfrm>
              <a:prstGeom prst="straightConnector1">
                <a:avLst/>
              </a:prstGeom>
              <a:noFill/>
              <a:ln cap="flat" cmpd="sng" w="9525">
                <a:solidFill>
                  <a:srgbClr val="D8D8D8">
                    <a:alpha val="24705"/>
                  </a:srgbClr>
                </a:solidFill>
                <a:prstDash val="solid"/>
                <a:miter lim="800000"/>
                <a:headEnd len="sm" w="sm" type="none"/>
                <a:tailEnd len="sm" w="sm" type="none"/>
              </a:ln>
            </p:spPr>
          </p:cxnSp>
        </p:grpSp>
      </p:grpSp>
      <p:sp>
        <p:nvSpPr>
          <p:cNvPr id="61" name="Google Shape;61;p7"/>
          <p:cNvSpPr txBox="1"/>
          <p:nvPr>
            <p:ph type="title"/>
          </p:nvPr>
        </p:nvSpPr>
        <p:spPr>
          <a:xfrm>
            <a:off x="1295400" y="503853"/>
            <a:ext cx="9601200" cy="1142385"/>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266F8B"/>
              </a:buClr>
              <a:buSzPts val="3200"/>
              <a:buFont typeface="Arial"/>
              <a:buNone/>
              <a:defRPr b="1" i="0" sz="3200" u="none" cap="none" strike="noStrike">
                <a:solidFill>
                  <a:srgbClr val="266F8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2" name="Google Shape;62;p7"/>
          <p:cNvSpPr txBox="1"/>
          <p:nvPr>
            <p:ph idx="1" type="body"/>
          </p:nvPr>
        </p:nvSpPr>
        <p:spPr>
          <a:xfrm>
            <a:off x="1295400" y="1981201"/>
            <a:ext cx="9601200" cy="3809999"/>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0000"/>
              </a:lnSpc>
              <a:spcBef>
                <a:spcPts val="1800"/>
              </a:spcBef>
              <a:spcAft>
                <a:spcPts val="0"/>
              </a:spcAft>
              <a:buClr>
                <a:srgbClr val="266F8B"/>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rtl="0" algn="l">
              <a:lnSpc>
                <a:spcPct val="90000"/>
              </a:lnSpc>
              <a:spcBef>
                <a:spcPts val="1200"/>
              </a:spcBef>
              <a:spcAft>
                <a:spcPts val="0"/>
              </a:spcAft>
              <a:buClr>
                <a:srgbClr val="266F8B"/>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rtl="0" algn="l">
              <a:lnSpc>
                <a:spcPct val="90000"/>
              </a:lnSpc>
              <a:spcBef>
                <a:spcPts val="800"/>
              </a:spcBef>
              <a:spcAft>
                <a:spcPts val="0"/>
              </a:spcAft>
              <a:buClr>
                <a:srgbClr val="266F8B"/>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rtl="0" algn="l">
              <a:lnSpc>
                <a:spcPct val="90000"/>
              </a:lnSpc>
              <a:spcBef>
                <a:spcPts val="8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8pPr>
            <a:lvl9pPr indent="-228600" lvl="8" marL="4114800" marR="0" rtl="0" algn="l">
              <a:lnSpc>
                <a:spcPct val="90000"/>
              </a:lnSpc>
              <a:spcBef>
                <a:spcPts val="600"/>
              </a:spcBef>
              <a:spcAft>
                <a:spcPts val="0"/>
              </a:spcAft>
              <a:buClr>
                <a:srgbClr val="266F8B"/>
              </a:buClr>
              <a:buSzPts val="1400"/>
              <a:buFont typeface="Arial"/>
              <a:buNone/>
              <a:defRPr b="0" i="0" sz="1400" u="none" cap="none" strike="noStrike">
                <a:solidFill>
                  <a:schemeClr val="dk1"/>
                </a:solidFill>
                <a:latin typeface="Arial"/>
                <a:ea typeface="Arial"/>
                <a:cs typeface="Arial"/>
                <a:sym typeface="Arial"/>
              </a:defRPr>
            </a:lvl9pPr>
          </a:lstStyle>
          <a:p/>
        </p:txBody>
      </p:sp>
      <p:cxnSp>
        <p:nvCxnSpPr>
          <p:cNvPr id="63" name="Google Shape;63;p7"/>
          <p:cNvCxnSpPr/>
          <p:nvPr/>
        </p:nvCxnSpPr>
        <p:spPr>
          <a:xfrm>
            <a:off x="609600" y="6172200"/>
            <a:ext cx="10972800" cy="0"/>
          </a:xfrm>
          <a:prstGeom prst="straightConnector1">
            <a:avLst/>
          </a:prstGeom>
          <a:noFill/>
          <a:ln cap="flat" cmpd="sng" w="12700">
            <a:solidFill>
              <a:srgbClr val="266F8B"/>
            </a:solidFill>
            <a:prstDash val="solid"/>
            <a:miter lim="800000"/>
            <a:headEnd len="sm" w="sm" type="none"/>
            <a:tailEnd len="sm" w="sm" type="none"/>
          </a:ln>
        </p:spPr>
      </p:cxnSp>
      <p:sp>
        <p:nvSpPr>
          <p:cNvPr id="64" name="Google Shape;64;p7"/>
          <p:cNvSpPr txBox="1"/>
          <p:nvPr>
            <p:ph idx="11" type="ftr"/>
          </p:nvPr>
        </p:nvSpPr>
        <p:spPr>
          <a:xfrm>
            <a:off x="609601" y="6289679"/>
            <a:ext cx="6128030" cy="222436"/>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5" name="Google Shape;65;p7"/>
          <p:cNvSpPr txBox="1"/>
          <p:nvPr>
            <p:ph idx="10" type="dt"/>
          </p:nvPr>
        </p:nvSpPr>
        <p:spPr>
          <a:xfrm>
            <a:off x="9294042" y="6289679"/>
            <a:ext cx="965946" cy="22243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6" name="Google Shape;66;p7"/>
          <p:cNvSpPr txBox="1"/>
          <p:nvPr>
            <p:ph idx="12" type="sldNum"/>
          </p:nvPr>
        </p:nvSpPr>
        <p:spPr>
          <a:xfrm>
            <a:off x="10665311" y="6289679"/>
            <a:ext cx="918882" cy="222436"/>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100" u="none" cap="none" strike="noStrike">
                <a:solidFill>
                  <a:srgbClr val="191919"/>
                </a:solidFill>
                <a:latin typeface="Arial"/>
                <a:ea typeface="Arial"/>
                <a:cs typeface="Arial"/>
                <a:sym typeface="Arial"/>
              </a:defRPr>
            </a:lvl1pPr>
            <a:lvl2pPr indent="0" lvl="1" marL="0" marR="0" rtl="0" algn="r">
              <a:spcBef>
                <a:spcPts val="0"/>
              </a:spcBef>
              <a:buNone/>
              <a:defRPr b="0" i="0" sz="1100" u="none" cap="none" strike="noStrike">
                <a:solidFill>
                  <a:srgbClr val="191919"/>
                </a:solidFill>
                <a:latin typeface="Arial"/>
                <a:ea typeface="Arial"/>
                <a:cs typeface="Arial"/>
                <a:sym typeface="Arial"/>
              </a:defRPr>
            </a:lvl2pPr>
            <a:lvl3pPr indent="0" lvl="2" marL="0" marR="0" rtl="0" algn="r">
              <a:spcBef>
                <a:spcPts val="0"/>
              </a:spcBef>
              <a:buNone/>
              <a:defRPr b="0" i="0" sz="1100" u="none" cap="none" strike="noStrike">
                <a:solidFill>
                  <a:srgbClr val="191919"/>
                </a:solidFill>
                <a:latin typeface="Arial"/>
                <a:ea typeface="Arial"/>
                <a:cs typeface="Arial"/>
                <a:sym typeface="Arial"/>
              </a:defRPr>
            </a:lvl3pPr>
            <a:lvl4pPr indent="0" lvl="3" marL="0" marR="0" rtl="0" algn="r">
              <a:spcBef>
                <a:spcPts val="0"/>
              </a:spcBef>
              <a:buNone/>
              <a:defRPr b="0" i="0" sz="1100" u="none" cap="none" strike="noStrike">
                <a:solidFill>
                  <a:srgbClr val="191919"/>
                </a:solidFill>
                <a:latin typeface="Arial"/>
                <a:ea typeface="Arial"/>
                <a:cs typeface="Arial"/>
                <a:sym typeface="Arial"/>
              </a:defRPr>
            </a:lvl4pPr>
            <a:lvl5pPr indent="0" lvl="4" marL="0" marR="0" rtl="0" algn="r">
              <a:spcBef>
                <a:spcPts val="0"/>
              </a:spcBef>
              <a:buNone/>
              <a:defRPr b="0" i="0" sz="1100" u="none" cap="none" strike="noStrike">
                <a:solidFill>
                  <a:srgbClr val="191919"/>
                </a:solidFill>
                <a:latin typeface="Arial"/>
                <a:ea typeface="Arial"/>
                <a:cs typeface="Arial"/>
                <a:sym typeface="Arial"/>
              </a:defRPr>
            </a:lvl5pPr>
            <a:lvl6pPr indent="0" lvl="5" marL="0" marR="0" rtl="0" algn="r">
              <a:spcBef>
                <a:spcPts val="0"/>
              </a:spcBef>
              <a:buNone/>
              <a:defRPr b="0" i="0" sz="1100" u="none" cap="none" strike="noStrike">
                <a:solidFill>
                  <a:srgbClr val="191919"/>
                </a:solidFill>
                <a:latin typeface="Arial"/>
                <a:ea typeface="Arial"/>
                <a:cs typeface="Arial"/>
                <a:sym typeface="Arial"/>
              </a:defRPr>
            </a:lvl6pPr>
            <a:lvl7pPr indent="0" lvl="6" marL="0" marR="0" rtl="0" algn="r">
              <a:spcBef>
                <a:spcPts val="0"/>
              </a:spcBef>
              <a:buNone/>
              <a:defRPr b="0" i="0" sz="1100" u="none" cap="none" strike="noStrike">
                <a:solidFill>
                  <a:srgbClr val="191919"/>
                </a:solidFill>
                <a:latin typeface="Arial"/>
                <a:ea typeface="Arial"/>
                <a:cs typeface="Arial"/>
                <a:sym typeface="Arial"/>
              </a:defRPr>
            </a:lvl7pPr>
            <a:lvl8pPr indent="0" lvl="7" marL="0" marR="0" rtl="0" algn="r">
              <a:spcBef>
                <a:spcPts val="0"/>
              </a:spcBef>
              <a:buNone/>
              <a:defRPr b="0" i="0" sz="1100" u="none" cap="none" strike="noStrike">
                <a:solidFill>
                  <a:srgbClr val="191919"/>
                </a:solidFill>
                <a:latin typeface="Arial"/>
                <a:ea typeface="Arial"/>
                <a:cs typeface="Arial"/>
                <a:sym typeface="Arial"/>
              </a:defRPr>
            </a:lvl8pPr>
            <a:lvl9pPr indent="0" lvl="8" marL="0" marR="0" rtl="0" algn="r">
              <a:spcBef>
                <a:spcPts val="0"/>
              </a:spcBef>
              <a:buNone/>
              <a:defRPr b="0" i="0" sz="1100" u="none" cap="none" strike="noStrike">
                <a:solidFill>
                  <a:srgbClr val="19191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52999">
              <a:schemeClr val="lt1"/>
            </a:gs>
            <a:gs pos="100000">
              <a:srgbClr val="F2F2F2">
                <a:alpha val="64705"/>
              </a:srgbClr>
            </a:gs>
          </a:gsLst>
          <a:lin ang="5400012" scaled="0"/>
        </a:gradFill>
      </p:bgPr>
    </p:bg>
    <p:spTree>
      <p:nvGrpSpPr>
        <p:cNvPr id="388" name="Shape 388"/>
        <p:cNvGrpSpPr/>
        <p:nvPr/>
      </p:nvGrpSpPr>
      <p:grpSpPr>
        <a:xfrm>
          <a:off x="0" y="0"/>
          <a:ext cx="0" cy="0"/>
          <a:chOff x="0" y="0"/>
          <a:chExt cx="0" cy="0"/>
        </a:xfrm>
      </p:grpSpPr>
      <p:grpSp>
        <p:nvGrpSpPr>
          <p:cNvPr id="389" name="Google Shape;389;g321566f0535_0_408"/>
          <p:cNvGrpSpPr/>
          <p:nvPr/>
        </p:nvGrpSpPr>
        <p:grpSpPr>
          <a:xfrm>
            <a:off x="-120" y="-195943"/>
            <a:ext cx="12192240" cy="6858000"/>
            <a:chOff x="-120" y="0"/>
            <a:chExt cx="12192240" cy="6858000"/>
          </a:xfrm>
        </p:grpSpPr>
        <p:cxnSp>
          <p:nvCxnSpPr>
            <p:cNvPr id="390" name="Google Shape;390;g321566f0535_0_408"/>
            <p:cNvCxnSpPr/>
            <p:nvPr/>
          </p:nvCxnSpPr>
          <p:spPr>
            <a:xfrm>
              <a:off x="610194"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1" name="Google Shape;391;g321566f0535_0_408"/>
            <p:cNvCxnSpPr/>
            <p:nvPr/>
          </p:nvCxnSpPr>
          <p:spPr>
            <a:xfrm>
              <a:off x="1829332"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2" name="Google Shape;392;g321566f0535_0_408"/>
            <p:cNvCxnSpPr/>
            <p:nvPr/>
          </p:nvCxnSpPr>
          <p:spPr>
            <a:xfrm>
              <a:off x="3048470"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3" name="Google Shape;393;g321566f0535_0_408"/>
            <p:cNvCxnSpPr/>
            <p:nvPr/>
          </p:nvCxnSpPr>
          <p:spPr>
            <a:xfrm>
              <a:off x="4267608"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4" name="Google Shape;394;g321566f0535_0_408"/>
            <p:cNvCxnSpPr/>
            <p:nvPr/>
          </p:nvCxnSpPr>
          <p:spPr>
            <a:xfrm>
              <a:off x="5486746"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5" name="Google Shape;395;g321566f0535_0_408"/>
            <p:cNvCxnSpPr/>
            <p:nvPr/>
          </p:nvCxnSpPr>
          <p:spPr>
            <a:xfrm>
              <a:off x="6705884"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6" name="Google Shape;396;g321566f0535_0_408"/>
            <p:cNvCxnSpPr/>
            <p:nvPr/>
          </p:nvCxnSpPr>
          <p:spPr>
            <a:xfrm>
              <a:off x="7925022"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7" name="Google Shape;397;g321566f0535_0_408"/>
            <p:cNvCxnSpPr/>
            <p:nvPr/>
          </p:nvCxnSpPr>
          <p:spPr>
            <a:xfrm>
              <a:off x="9144160"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8" name="Google Shape;398;g321566f0535_0_408"/>
            <p:cNvCxnSpPr/>
            <p:nvPr/>
          </p:nvCxnSpPr>
          <p:spPr>
            <a:xfrm>
              <a:off x="10363298"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399" name="Google Shape;399;g321566f0535_0_408"/>
            <p:cNvCxnSpPr/>
            <p:nvPr/>
          </p:nvCxnSpPr>
          <p:spPr>
            <a:xfrm>
              <a:off x="11582436" y="0"/>
              <a:ext cx="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0" name="Google Shape;400;g321566f0535_0_408"/>
            <p:cNvCxnSpPr/>
            <p:nvPr/>
          </p:nvCxnSpPr>
          <p:spPr>
            <a:xfrm>
              <a:off x="2819" y="386485"/>
              <a:ext cx="12189000" cy="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1" name="Google Shape;401;g321566f0535_0_408"/>
            <p:cNvCxnSpPr/>
            <p:nvPr/>
          </p:nvCxnSpPr>
          <p:spPr>
            <a:xfrm>
              <a:off x="2819" y="1611181"/>
              <a:ext cx="12189000" cy="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2" name="Google Shape;402;g321566f0535_0_408"/>
            <p:cNvCxnSpPr/>
            <p:nvPr/>
          </p:nvCxnSpPr>
          <p:spPr>
            <a:xfrm>
              <a:off x="2819" y="2835877"/>
              <a:ext cx="12189000" cy="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3" name="Google Shape;403;g321566f0535_0_408"/>
            <p:cNvCxnSpPr/>
            <p:nvPr/>
          </p:nvCxnSpPr>
          <p:spPr>
            <a:xfrm>
              <a:off x="2819" y="4060573"/>
              <a:ext cx="12189000" cy="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4" name="Google Shape;404;g321566f0535_0_408"/>
            <p:cNvCxnSpPr/>
            <p:nvPr/>
          </p:nvCxnSpPr>
          <p:spPr>
            <a:xfrm>
              <a:off x="2819" y="5285269"/>
              <a:ext cx="12189000" cy="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5" name="Google Shape;405;g321566f0535_0_408"/>
            <p:cNvCxnSpPr/>
            <p:nvPr/>
          </p:nvCxnSpPr>
          <p:spPr>
            <a:xfrm>
              <a:off x="2819" y="6509965"/>
              <a:ext cx="12189000" cy="0"/>
            </a:xfrm>
            <a:prstGeom prst="straightConnector1">
              <a:avLst/>
            </a:prstGeom>
            <a:noFill/>
            <a:ln cap="flat" cmpd="sng" w="9525">
              <a:solidFill>
                <a:srgbClr val="D8D8D8">
                  <a:alpha val="24710"/>
                </a:srgbClr>
              </a:solidFill>
              <a:prstDash val="solid"/>
              <a:miter lim="800000"/>
              <a:headEnd len="sm" w="sm" type="none"/>
              <a:tailEnd len="sm" w="sm" type="none"/>
            </a:ln>
          </p:spPr>
        </p:cxnSp>
        <p:grpSp>
          <p:nvGrpSpPr>
            <p:cNvPr id="406" name="Google Shape;406;g321566f0535_0_408"/>
            <p:cNvGrpSpPr/>
            <p:nvPr/>
          </p:nvGrpSpPr>
          <p:grpSpPr>
            <a:xfrm>
              <a:off x="-120" y="0"/>
              <a:ext cx="12192217" cy="6858000"/>
              <a:chOff x="-120" y="0"/>
              <a:chExt cx="12192217" cy="6858000"/>
            </a:xfrm>
          </p:grpSpPr>
          <p:cxnSp>
            <p:nvCxnSpPr>
              <p:cNvPr id="407" name="Google Shape;407;g321566f0535_0_408"/>
              <p:cNvCxnSpPr/>
              <p:nvPr/>
            </p:nvCxnSpPr>
            <p:spPr>
              <a:xfrm>
                <a:off x="225425"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8" name="Google Shape;408;g321566f0535_0_408"/>
              <p:cNvCxnSpPr/>
              <p:nvPr/>
            </p:nvCxnSpPr>
            <p:spPr>
              <a:xfrm>
                <a:off x="1449154"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09" name="Google Shape;409;g321566f0535_0_408"/>
              <p:cNvCxnSpPr/>
              <p:nvPr/>
            </p:nvCxnSpPr>
            <p:spPr>
              <a:xfrm>
                <a:off x="2665982"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10" name="Google Shape;410;g321566f0535_0_408"/>
              <p:cNvCxnSpPr/>
              <p:nvPr/>
            </p:nvCxnSpPr>
            <p:spPr>
              <a:xfrm>
                <a:off x="3885119"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11" name="Google Shape;411;g321566f0535_0_408"/>
              <p:cNvCxnSpPr/>
              <p:nvPr/>
            </p:nvCxnSpPr>
            <p:spPr>
              <a:xfrm>
                <a:off x="5106502"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grpSp>
            <p:nvGrpSpPr>
              <p:cNvPr id="412" name="Google Shape;412;g321566f0535_0_408"/>
              <p:cNvGrpSpPr/>
              <p:nvPr/>
            </p:nvGrpSpPr>
            <p:grpSpPr>
              <a:xfrm>
                <a:off x="6327885" y="0"/>
                <a:ext cx="5864212" cy="5898600"/>
                <a:chOff x="6327885" y="0"/>
                <a:chExt cx="5864212" cy="5898600"/>
              </a:xfrm>
            </p:grpSpPr>
            <p:cxnSp>
              <p:nvCxnSpPr>
                <p:cNvPr id="413" name="Google Shape;413;g321566f0535_0_408"/>
                <p:cNvCxnSpPr/>
                <p:nvPr/>
              </p:nvCxnSpPr>
              <p:spPr>
                <a:xfrm>
                  <a:off x="6327885" y="0"/>
                  <a:ext cx="5864100" cy="58986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14" name="Google Shape;414;g321566f0535_0_408"/>
                <p:cNvCxnSpPr/>
                <p:nvPr/>
              </p:nvCxnSpPr>
              <p:spPr>
                <a:xfrm>
                  <a:off x="7549268" y="0"/>
                  <a:ext cx="4642800" cy="46725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15" name="Google Shape;415;g321566f0535_0_408"/>
                <p:cNvCxnSpPr/>
                <p:nvPr/>
              </p:nvCxnSpPr>
              <p:spPr>
                <a:xfrm>
                  <a:off x="8772997" y="0"/>
                  <a:ext cx="3419100" cy="34566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16" name="Google Shape;416;g321566f0535_0_408"/>
                <p:cNvCxnSpPr/>
                <p:nvPr/>
              </p:nvCxnSpPr>
              <p:spPr>
                <a:xfrm>
                  <a:off x="9982200" y="0"/>
                  <a:ext cx="2209800" cy="22266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17" name="Google Shape;417;g321566f0535_0_408"/>
                <p:cNvCxnSpPr/>
                <p:nvPr/>
              </p:nvCxnSpPr>
              <p:spPr>
                <a:xfrm>
                  <a:off x="11199019" y="0"/>
                  <a:ext cx="993000" cy="1002600"/>
                </a:xfrm>
                <a:prstGeom prst="straightConnector1">
                  <a:avLst/>
                </a:prstGeom>
                <a:noFill/>
                <a:ln cap="flat" cmpd="sng" w="9525">
                  <a:solidFill>
                    <a:srgbClr val="D8D8D8">
                      <a:alpha val="24710"/>
                    </a:srgbClr>
                  </a:solidFill>
                  <a:prstDash val="solid"/>
                  <a:miter lim="800000"/>
                  <a:headEnd len="sm" w="sm" type="none"/>
                  <a:tailEnd len="sm" w="sm" type="none"/>
                </a:ln>
              </p:spPr>
            </p:cxnSp>
          </p:grpSp>
          <p:cxnSp>
            <p:nvCxnSpPr>
              <p:cNvPr id="418" name="Google Shape;418;g321566f0535_0_408"/>
              <p:cNvCxnSpPr/>
              <p:nvPr/>
            </p:nvCxnSpPr>
            <p:spPr>
              <a:xfrm rot="10800000">
                <a:off x="110" y="1012198"/>
                <a:ext cx="5828700" cy="58458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19" name="Google Shape;419;g321566f0535_0_408"/>
              <p:cNvCxnSpPr/>
              <p:nvPr/>
            </p:nvCxnSpPr>
            <p:spPr>
              <a:xfrm rot="10800000">
                <a:off x="-120" y="2227198"/>
                <a:ext cx="4614900" cy="46308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20" name="Google Shape;420;g321566f0535_0_408"/>
              <p:cNvCxnSpPr/>
              <p:nvPr/>
            </p:nvCxnSpPr>
            <p:spPr>
              <a:xfrm rot="10800000">
                <a:off x="18" y="3432298"/>
                <a:ext cx="3398400" cy="34257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21" name="Google Shape;421;g321566f0535_0_408"/>
              <p:cNvCxnSpPr/>
              <p:nvPr/>
            </p:nvCxnSpPr>
            <p:spPr>
              <a:xfrm rot="10800000">
                <a:off x="-105" y="4651498"/>
                <a:ext cx="2196600" cy="22065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22" name="Google Shape;422;g321566f0535_0_408"/>
              <p:cNvCxnSpPr/>
              <p:nvPr/>
            </p:nvCxnSpPr>
            <p:spPr>
              <a:xfrm rot="10800000">
                <a:off x="2" y="5864398"/>
                <a:ext cx="987000" cy="993600"/>
              </a:xfrm>
              <a:prstGeom prst="straightConnector1">
                <a:avLst/>
              </a:prstGeom>
              <a:noFill/>
              <a:ln cap="flat" cmpd="sng" w="9525">
                <a:solidFill>
                  <a:srgbClr val="D8D8D8">
                    <a:alpha val="24710"/>
                  </a:srgbClr>
                </a:solidFill>
                <a:prstDash val="solid"/>
                <a:miter lim="800000"/>
                <a:headEnd len="sm" w="sm" type="none"/>
                <a:tailEnd len="sm" w="sm" type="none"/>
              </a:ln>
            </p:spPr>
          </p:cxnSp>
        </p:grpSp>
        <p:grpSp>
          <p:nvGrpSpPr>
            <p:cNvPr id="423" name="Google Shape;423;g321566f0535_0_408"/>
            <p:cNvGrpSpPr/>
            <p:nvPr/>
          </p:nvGrpSpPr>
          <p:grpSpPr>
            <a:xfrm flipH="1">
              <a:off x="-97" y="0"/>
              <a:ext cx="12192217" cy="6858000"/>
              <a:chOff x="-120" y="0"/>
              <a:chExt cx="12192217" cy="6858000"/>
            </a:xfrm>
          </p:grpSpPr>
          <p:cxnSp>
            <p:nvCxnSpPr>
              <p:cNvPr id="424" name="Google Shape;424;g321566f0535_0_408"/>
              <p:cNvCxnSpPr/>
              <p:nvPr/>
            </p:nvCxnSpPr>
            <p:spPr>
              <a:xfrm>
                <a:off x="225425"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25" name="Google Shape;425;g321566f0535_0_408"/>
              <p:cNvCxnSpPr/>
              <p:nvPr/>
            </p:nvCxnSpPr>
            <p:spPr>
              <a:xfrm>
                <a:off x="1449154"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26" name="Google Shape;426;g321566f0535_0_408"/>
              <p:cNvCxnSpPr/>
              <p:nvPr/>
            </p:nvCxnSpPr>
            <p:spPr>
              <a:xfrm>
                <a:off x="2665982"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27" name="Google Shape;427;g321566f0535_0_408"/>
              <p:cNvCxnSpPr/>
              <p:nvPr/>
            </p:nvCxnSpPr>
            <p:spPr>
              <a:xfrm>
                <a:off x="3885119"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28" name="Google Shape;428;g321566f0535_0_408"/>
              <p:cNvCxnSpPr/>
              <p:nvPr/>
            </p:nvCxnSpPr>
            <p:spPr>
              <a:xfrm>
                <a:off x="5106502" y="0"/>
                <a:ext cx="6816000" cy="6858000"/>
              </a:xfrm>
              <a:prstGeom prst="straightConnector1">
                <a:avLst/>
              </a:prstGeom>
              <a:noFill/>
              <a:ln cap="flat" cmpd="sng" w="9525">
                <a:solidFill>
                  <a:srgbClr val="D8D8D8">
                    <a:alpha val="24710"/>
                  </a:srgbClr>
                </a:solidFill>
                <a:prstDash val="solid"/>
                <a:miter lim="800000"/>
                <a:headEnd len="sm" w="sm" type="none"/>
                <a:tailEnd len="sm" w="sm" type="none"/>
              </a:ln>
            </p:spPr>
          </p:cxnSp>
          <p:grpSp>
            <p:nvGrpSpPr>
              <p:cNvPr id="429" name="Google Shape;429;g321566f0535_0_408"/>
              <p:cNvGrpSpPr/>
              <p:nvPr/>
            </p:nvGrpSpPr>
            <p:grpSpPr>
              <a:xfrm>
                <a:off x="6327885" y="0"/>
                <a:ext cx="5864212" cy="5898600"/>
                <a:chOff x="6327885" y="0"/>
                <a:chExt cx="5864212" cy="5898600"/>
              </a:xfrm>
            </p:grpSpPr>
            <p:cxnSp>
              <p:nvCxnSpPr>
                <p:cNvPr id="430" name="Google Shape;430;g321566f0535_0_408"/>
                <p:cNvCxnSpPr/>
                <p:nvPr/>
              </p:nvCxnSpPr>
              <p:spPr>
                <a:xfrm>
                  <a:off x="6327885" y="0"/>
                  <a:ext cx="5864100" cy="58986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1" name="Google Shape;431;g321566f0535_0_408"/>
                <p:cNvCxnSpPr/>
                <p:nvPr/>
              </p:nvCxnSpPr>
              <p:spPr>
                <a:xfrm>
                  <a:off x="7549268" y="0"/>
                  <a:ext cx="4642800" cy="46725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2" name="Google Shape;432;g321566f0535_0_408"/>
                <p:cNvCxnSpPr/>
                <p:nvPr/>
              </p:nvCxnSpPr>
              <p:spPr>
                <a:xfrm>
                  <a:off x="8772997" y="0"/>
                  <a:ext cx="3419100" cy="34566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3" name="Google Shape;433;g321566f0535_0_408"/>
                <p:cNvCxnSpPr/>
                <p:nvPr/>
              </p:nvCxnSpPr>
              <p:spPr>
                <a:xfrm>
                  <a:off x="9982200" y="0"/>
                  <a:ext cx="2209800" cy="22266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4" name="Google Shape;434;g321566f0535_0_408"/>
                <p:cNvCxnSpPr/>
                <p:nvPr/>
              </p:nvCxnSpPr>
              <p:spPr>
                <a:xfrm>
                  <a:off x="11199019" y="0"/>
                  <a:ext cx="993000" cy="1002600"/>
                </a:xfrm>
                <a:prstGeom prst="straightConnector1">
                  <a:avLst/>
                </a:prstGeom>
                <a:noFill/>
                <a:ln cap="flat" cmpd="sng" w="9525">
                  <a:solidFill>
                    <a:srgbClr val="D8D8D8">
                      <a:alpha val="24710"/>
                    </a:srgbClr>
                  </a:solidFill>
                  <a:prstDash val="solid"/>
                  <a:miter lim="800000"/>
                  <a:headEnd len="sm" w="sm" type="none"/>
                  <a:tailEnd len="sm" w="sm" type="none"/>
                </a:ln>
              </p:spPr>
            </p:cxnSp>
          </p:grpSp>
          <p:cxnSp>
            <p:nvCxnSpPr>
              <p:cNvPr id="435" name="Google Shape;435;g321566f0535_0_408"/>
              <p:cNvCxnSpPr/>
              <p:nvPr/>
            </p:nvCxnSpPr>
            <p:spPr>
              <a:xfrm rot="10800000">
                <a:off x="110" y="1012198"/>
                <a:ext cx="5828700" cy="58458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6" name="Google Shape;436;g321566f0535_0_408"/>
              <p:cNvCxnSpPr/>
              <p:nvPr/>
            </p:nvCxnSpPr>
            <p:spPr>
              <a:xfrm rot="10800000">
                <a:off x="-120" y="2227198"/>
                <a:ext cx="4614900" cy="46308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7" name="Google Shape;437;g321566f0535_0_408"/>
              <p:cNvCxnSpPr/>
              <p:nvPr/>
            </p:nvCxnSpPr>
            <p:spPr>
              <a:xfrm rot="10800000">
                <a:off x="18" y="3432298"/>
                <a:ext cx="3398400" cy="34257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8" name="Google Shape;438;g321566f0535_0_408"/>
              <p:cNvCxnSpPr/>
              <p:nvPr/>
            </p:nvCxnSpPr>
            <p:spPr>
              <a:xfrm rot="10800000">
                <a:off x="-105" y="4651498"/>
                <a:ext cx="2196600" cy="2206500"/>
              </a:xfrm>
              <a:prstGeom prst="straightConnector1">
                <a:avLst/>
              </a:prstGeom>
              <a:noFill/>
              <a:ln cap="flat" cmpd="sng" w="9525">
                <a:solidFill>
                  <a:srgbClr val="D8D8D8">
                    <a:alpha val="24710"/>
                  </a:srgbClr>
                </a:solidFill>
                <a:prstDash val="solid"/>
                <a:miter lim="800000"/>
                <a:headEnd len="sm" w="sm" type="none"/>
                <a:tailEnd len="sm" w="sm" type="none"/>
              </a:ln>
            </p:spPr>
          </p:cxnSp>
          <p:cxnSp>
            <p:nvCxnSpPr>
              <p:cNvPr id="439" name="Google Shape;439;g321566f0535_0_408"/>
              <p:cNvCxnSpPr/>
              <p:nvPr/>
            </p:nvCxnSpPr>
            <p:spPr>
              <a:xfrm rot="10800000">
                <a:off x="2" y="5864398"/>
                <a:ext cx="987000" cy="993600"/>
              </a:xfrm>
              <a:prstGeom prst="straightConnector1">
                <a:avLst/>
              </a:prstGeom>
              <a:noFill/>
              <a:ln cap="flat" cmpd="sng" w="9525">
                <a:solidFill>
                  <a:srgbClr val="D8D8D8">
                    <a:alpha val="24710"/>
                  </a:srgbClr>
                </a:solidFill>
                <a:prstDash val="solid"/>
                <a:miter lim="800000"/>
                <a:headEnd len="sm" w="sm" type="none"/>
                <a:tailEnd len="sm" w="sm" type="none"/>
              </a:ln>
            </p:spPr>
          </p:cxnSp>
        </p:grpSp>
      </p:grpSp>
      <p:sp>
        <p:nvSpPr>
          <p:cNvPr id="440" name="Google Shape;440;g321566f0535_0_408"/>
          <p:cNvSpPr txBox="1"/>
          <p:nvPr>
            <p:ph type="title"/>
          </p:nvPr>
        </p:nvSpPr>
        <p:spPr>
          <a:xfrm>
            <a:off x="1295400" y="503853"/>
            <a:ext cx="9601200" cy="1142400"/>
          </a:xfrm>
          <a:prstGeom prst="rect">
            <a:avLst/>
          </a:prstGeom>
          <a:noFill/>
          <a:ln>
            <a:noFill/>
          </a:ln>
        </p:spPr>
        <p:txBody>
          <a:bodyPr anchorCtr="0" anchor="b" bIns="45700" lIns="91425" spcFirstLastPara="1" rIns="91425" wrap="square" tIns="45700">
            <a:normAutofit/>
          </a:bodyPr>
          <a:lstStyle>
            <a:lvl1pPr lvl="0" marR="0" algn="l">
              <a:lnSpc>
                <a:spcPct val="90000"/>
              </a:lnSpc>
              <a:spcBef>
                <a:spcPts val="0"/>
              </a:spcBef>
              <a:spcAft>
                <a:spcPts val="0"/>
              </a:spcAft>
              <a:buClr>
                <a:srgbClr val="266F8B"/>
              </a:buClr>
              <a:buSzPts val="3200"/>
              <a:buFont typeface="Arial"/>
              <a:buNone/>
              <a:defRPr b="1" i="0" sz="3200" u="none" cap="none" strike="noStrike">
                <a:solidFill>
                  <a:srgbClr val="266F8B"/>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41" name="Google Shape;441;g321566f0535_0_408"/>
          <p:cNvSpPr txBox="1"/>
          <p:nvPr>
            <p:ph idx="1" type="body"/>
          </p:nvPr>
        </p:nvSpPr>
        <p:spPr>
          <a:xfrm>
            <a:off x="1295400" y="1981201"/>
            <a:ext cx="9601200" cy="3810000"/>
          </a:xfrm>
          <a:prstGeom prst="rect">
            <a:avLst/>
          </a:prstGeom>
          <a:noFill/>
          <a:ln>
            <a:noFill/>
          </a:ln>
        </p:spPr>
        <p:txBody>
          <a:bodyPr anchorCtr="0" anchor="t" bIns="45700" lIns="91425" spcFirstLastPara="1" rIns="91425" wrap="square" tIns="45700">
            <a:normAutofit/>
          </a:bodyPr>
          <a:lstStyle>
            <a:lvl1pPr indent="-355600" lvl="0" marL="457200" marR="0" algn="l">
              <a:lnSpc>
                <a:spcPct val="90000"/>
              </a:lnSpc>
              <a:spcBef>
                <a:spcPts val="1800"/>
              </a:spcBef>
              <a:spcAft>
                <a:spcPts val="0"/>
              </a:spcAft>
              <a:buClr>
                <a:srgbClr val="266F8B"/>
              </a:buClr>
              <a:buSzPts val="2000"/>
              <a:buFont typeface="Arial"/>
              <a:buChar char="▪"/>
              <a:defRPr b="0" i="0" sz="2000" u="none" cap="none" strike="noStrike">
                <a:solidFill>
                  <a:schemeClr val="dk1"/>
                </a:solidFill>
                <a:latin typeface="Arial"/>
                <a:ea typeface="Arial"/>
                <a:cs typeface="Arial"/>
                <a:sym typeface="Arial"/>
              </a:defRPr>
            </a:lvl1pPr>
            <a:lvl2pPr indent="-342900" lvl="1" marL="914400" marR="0" algn="l">
              <a:lnSpc>
                <a:spcPct val="90000"/>
              </a:lnSpc>
              <a:spcBef>
                <a:spcPts val="1200"/>
              </a:spcBef>
              <a:spcAft>
                <a:spcPts val="0"/>
              </a:spcAft>
              <a:buClr>
                <a:srgbClr val="266F8B"/>
              </a:buClr>
              <a:buSzPts val="1800"/>
              <a:buFont typeface="Arial"/>
              <a:buChar char="▪"/>
              <a:defRPr b="0" i="0" sz="1800" u="none" cap="none" strike="noStrike">
                <a:solidFill>
                  <a:schemeClr val="dk1"/>
                </a:solidFill>
                <a:latin typeface="Arial"/>
                <a:ea typeface="Arial"/>
                <a:cs typeface="Arial"/>
                <a:sym typeface="Arial"/>
              </a:defRPr>
            </a:lvl2pPr>
            <a:lvl3pPr indent="-330200" lvl="2" marL="1371600" marR="0" algn="l">
              <a:lnSpc>
                <a:spcPct val="90000"/>
              </a:lnSpc>
              <a:spcBef>
                <a:spcPts val="800"/>
              </a:spcBef>
              <a:spcAft>
                <a:spcPts val="0"/>
              </a:spcAft>
              <a:buClr>
                <a:srgbClr val="266F8B"/>
              </a:buClr>
              <a:buSzPts val="1600"/>
              <a:buFont typeface="Arial"/>
              <a:buChar char="▪"/>
              <a:defRPr b="0" i="0" sz="1600" u="none" cap="none" strike="noStrike">
                <a:solidFill>
                  <a:schemeClr val="dk1"/>
                </a:solidFill>
                <a:latin typeface="Arial"/>
                <a:ea typeface="Arial"/>
                <a:cs typeface="Arial"/>
                <a:sym typeface="Arial"/>
              </a:defRPr>
            </a:lvl3pPr>
            <a:lvl4pPr indent="-317500" lvl="3" marL="1828800" marR="0" algn="l">
              <a:lnSpc>
                <a:spcPct val="90000"/>
              </a:lnSpc>
              <a:spcBef>
                <a:spcPts val="8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600"/>
              </a:spcBef>
              <a:spcAft>
                <a:spcPts val="0"/>
              </a:spcAft>
              <a:buClr>
                <a:srgbClr val="266F8B"/>
              </a:buClr>
              <a:buSzPts val="1400"/>
              <a:buFont typeface="Arial"/>
              <a:buChar char="▪"/>
              <a:defRPr b="0" i="0" sz="1400" u="none" cap="none" strike="noStrike">
                <a:solidFill>
                  <a:schemeClr val="dk1"/>
                </a:solidFill>
                <a:latin typeface="Arial"/>
                <a:ea typeface="Arial"/>
                <a:cs typeface="Arial"/>
                <a:sym typeface="Arial"/>
              </a:defRPr>
            </a:lvl8pPr>
            <a:lvl9pPr indent="-228600" lvl="8" marL="4114800" marR="0" algn="l">
              <a:lnSpc>
                <a:spcPct val="90000"/>
              </a:lnSpc>
              <a:spcBef>
                <a:spcPts val="600"/>
              </a:spcBef>
              <a:spcAft>
                <a:spcPts val="0"/>
              </a:spcAft>
              <a:buClr>
                <a:srgbClr val="266F8B"/>
              </a:buClr>
              <a:buSzPts val="1400"/>
              <a:buFont typeface="Arial"/>
              <a:buNone/>
              <a:defRPr b="0" i="0" sz="1400" u="none" cap="none" strike="noStrike">
                <a:solidFill>
                  <a:schemeClr val="dk1"/>
                </a:solidFill>
                <a:latin typeface="Arial"/>
                <a:ea typeface="Arial"/>
                <a:cs typeface="Arial"/>
                <a:sym typeface="Arial"/>
              </a:defRPr>
            </a:lvl9pPr>
          </a:lstStyle>
          <a:p/>
        </p:txBody>
      </p:sp>
      <p:cxnSp>
        <p:nvCxnSpPr>
          <p:cNvPr id="442" name="Google Shape;442;g321566f0535_0_408"/>
          <p:cNvCxnSpPr/>
          <p:nvPr/>
        </p:nvCxnSpPr>
        <p:spPr>
          <a:xfrm>
            <a:off x="609600" y="6172200"/>
            <a:ext cx="10972800" cy="0"/>
          </a:xfrm>
          <a:prstGeom prst="straightConnector1">
            <a:avLst/>
          </a:prstGeom>
          <a:noFill/>
          <a:ln cap="flat" cmpd="sng" w="12700">
            <a:solidFill>
              <a:srgbClr val="266F8B"/>
            </a:solidFill>
            <a:prstDash val="solid"/>
            <a:miter lim="800000"/>
            <a:headEnd len="sm" w="sm" type="none"/>
            <a:tailEnd len="sm" w="sm" type="none"/>
          </a:ln>
        </p:spPr>
      </p:cxnSp>
      <p:sp>
        <p:nvSpPr>
          <p:cNvPr id="443" name="Google Shape;443;g321566f0535_0_408"/>
          <p:cNvSpPr txBox="1"/>
          <p:nvPr>
            <p:ph idx="11" type="ftr"/>
          </p:nvPr>
        </p:nvSpPr>
        <p:spPr>
          <a:xfrm>
            <a:off x="609601" y="6289679"/>
            <a:ext cx="6128100" cy="2223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44" name="Google Shape;444;g321566f0535_0_408"/>
          <p:cNvSpPr txBox="1"/>
          <p:nvPr>
            <p:ph idx="10" type="dt"/>
          </p:nvPr>
        </p:nvSpPr>
        <p:spPr>
          <a:xfrm>
            <a:off x="9294042" y="6289679"/>
            <a:ext cx="966000" cy="222300"/>
          </a:xfrm>
          <a:prstGeom prst="rect">
            <a:avLst/>
          </a:prstGeom>
          <a:noFill/>
          <a:ln>
            <a:noFill/>
          </a:ln>
        </p:spPr>
        <p:txBody>
          <a:bodyPr anchorCtr="0" anchor="ctr" bIns="45700" lIns="91425" spcFirstLastPara="1" rIns="91425" wrap="square" tIns="45700">
            <a:noAutofit/>
          </a:bodyPr>
          <a:lstStyle>
            <a:lvl1pPr lvl="0" marR="0" algn="r">
              <a:spcBef>
                <a:spcPts val="0"/>
              </a:spcBef>
              <a:spcAft>
                <a:spcPts val="0"/>
              </a:spcAft>
              <a:buSzPts val="1400"/>
              <a:buNone/>
              <a:defRPr b="0" i="0" sz="1100" u="none" cap="none" strike="noStrike">
                <a:solidFill>
                  <a:srgbClr val="191919"/>
                </a:solidFill>
                <a:latin typeface="Arial"/>
                <a:ea typeface="Arial"/>
                <a:cs typeface="Arial"/>
                <a:sym typeface="Arial"/>
              </a:defRPr>
            </a:lvl1pPr>
            <a:lvl2pPr lvl="1" marR="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45" name="Google Shape;445;g321566f0535_0_408"/>
          <p:cNvSpPr txBox="1"/>
          <p:nvPr>
            <p:ph idx="12" type="sldNum"/>
          </p:nvPr>
        </p:nvSpPr>
        <p:spPr>
          <a:xfrm>
            <a:off x="10665311" y="6289679"/>
            <a:ext cx="918900" cy="2223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100" u="none" cap="none" strike="noStrike">
                <a:solidFill>
                  <a:srgbClr val="191919"/>
                </a:solidFill>
                <a:latin typeface="Arial"/>
                <a:ea typeface="Arial"/>
                <a:cs typeface="Arial"/>
                <a:sym typeface="Arial"/>
              </a:defRPr>
            </a:lvl1pPr>
            <a:lvl2pPr indent="0" lvl="1" marL="0" marR="0" algn="r">
              <a:spcBef>
                <a:spcPts val="0"/>
              </a:spcBef>
              <a:buNone/>
              <a:defRPr b="0" i="0" sz="1100" u="none" cap="none" strike="noStrike">
                <a:solidFill>
                  <a:srgbClr val="191919"/>
                </a:solidFill>
                <a:latin typeface="Arial"/>
                <a:ea typeface="Arial"/>
                <a:cs typeface="Arial"/>
                <a:sym typeface="Arial"/>
              </a:defRPr>
            </a:lvl2pPr>
            <a:lvl3pPr indent="0" lvl="2" marL="0" marR="0" algn="r">
              <a:spcBef>
                <a:spcPts val="0"/>
              </a:spcBef>
              <a:buNone/>
              <a:defRPr b="0" i="0" sz="1100" u="none" cap="none" strike="noStrike">
                <a:solidFill>
                  <a:srgbClr val="191919"/>
                </a:solidFill>
                <a:latin typeface="Arial"/>
                <a:ea typeface="Arial"/>
                <a:cs typeface="Arial"/>
                <a:sym typeface="Arial"/>
              </a:defRPr>
            </a:lvl3pPr>
            <a:lvl4pPr indent="0" lvl="3" marL="0" marR="0" algn="r">
              <a:spcBef>
                <a:spcPts val="0"/>
              </a:spcBef>
              <a:buNone/>
              <a:defRPr b="0" i="0" sz="1100" u="none" cap="none" strike="noStrike">
                <a:solidFill>
                  <a:srgbClr val="191919"/>
                </a:solidFill>
                <a:latin typeface="Arial"/>
                <a:ea typeface="Arial"/>
                <a:cs typeface="Arial"/>
                <a:sym typeface="Arial"/>
              </a:defRPr>
            </a:lvl4pPr>
            <a:lvl5pPr indent="0" lvl="4" marL="0" marR="0" algn="r">
              <a:spcBef>
                <a:spcPts val="0"/>
              </a:spcBef>
              <a:buNone/>
              <a:defRPr b="0" i="0" sz="1100" u="none" cap="none" strike="noStrike">
                <a:solidFill>
                  <a:srgbClr val="191919"/>
                </a:solidFill>
                <a:latin typeface="Arial"/>
                <a:ea typeface="Arial"/>
                <a:cs typeface="Arial"/>
                <a:sym typeface="Arial"/>
              </a:defRPr>
            </a:lvl5pPr>
            <a:lvl6pPr indent="0" lvl="5" marL="0" marR="0" algn="r">
              <a:spcBef>
                <a:spcPts val="0"/>
              </a:spcBef>
              <a:buNone/>
              <a:defRPr b="0" i="0" sz="1100" u="none" cap="none" strike="noStrike">
                <a:solidFill>
                  <a:srgbClr val="191919"/>
                </a:solidFill>
                <a:latin typeface="Arial"/>
                <a:ea typeface="Arial"/>
                <a:cs typeface="Arial"/>
                <a:sym typeface="Arial"/>
              </a:defRPr>
            </a:lvl6pPr>
            <a:lvl7pPr indent="0" lvl="6" marL="0" marR="0" algn="r">
              <a:spcBef>
                <a:spcPts val="0"/>
              </a:spcBef>
              <a:buNone/>
              <a:defRPr b="0" i="0" sz="1100" u="none" cap="none" strike="noStrike">
                <a:solidFill>
                  <a:srgbClr val="191919"/>
                </a:solidFill>
                <a:latin typeface="Arial"/>
                <a:ea typeface="Arial"/>
                <a:cs typeface="Arial"/>
                <a:sym typeface="Arial"/>
              </a:defRPr>
            </a:lvl7pPr>
            <a:lvl8pPr indent="0" lvl="7" marL="0" marR="0" algn="r">
              <a:spcBef>
                <a:spcPts val="0"/>
              </a:spcBef>
              <a:buNone/>
              <a:defRPr b="0" i="0" sz="1100" u="none" cap="none" strike="noStrike">
                <a:solidFill>
                  <a:srgbClr val="191919"/>
                </a:solidFill>
                <a:latin typeface="Arial"/>
                <a:ea typeface="Arial"/>
                <a:cs typeface="Arial"/>
                <a:sym typeface="Arial"/>
              </a:defRPr>
            </a:lvl8pPr>
            <a:lvl9pPr indent="0" lvl="8" marL="0" marR="0" algn="r">
              <a:spcBef>
                <a:spcPts val="0"/>
              </a:spcBef>
              <a:buNone/>
              <a:defRPr b="0" i="0" sz="1100" u="none" cap="none" strike="noStrike">
                <a:solidFill>
                  <a:srgbClr val="19191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hyperlink" Target="http://hidratespark.com/products/hidratespark-pro-32oz-smart-water-bottle" TargetMode="External"/><Relationship Id="rId4" Type="http://schemas.openxmlformats.org/officeDocument/2006/relationships/hyperlink" Target="http://hackster.io/Teenenggr/bottle-that-keeps-you-hydrated-fdf535" TargetMode="External"/><Relationship Id="rId5" Type="http://schemas.openxmlformats.org/officeDocument/2006/relationships/hyperlink" Target="https://www.hackster.io/magicbit0/smart-water-bottle-with-magicbit-99f64a" TargetMode="External"/><Relationship Id="rId6" Type="http://schemas.openxmlformats.org/officeDocument/2006/relationships/hyperlink" Target="http://hackster.io/mweber17/smart-water-14cb33"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1"/>
          <p:cNvSpPr txBox="1"/>
          <p:nvPr>
            <p:ph type="ctrTitle"/>
          </p:nvPr>
        </p:nvSpPr>
        <p:spPr>
          <a:xfrm>
            <a:off x="1293844" y="1909346"/>
            <a:ext cx="9907555" cy="3383280"/>
          </a:xfrm>
          <a:prstGeom prst="rect">
            <a:avLst/>
          </a:prstGeom>
          <a:noFill/>
          <a:ln>
            <a:noFill/>
          </a:ln>
        </p:spPr>
        <p:txBody>
          <a:bodyPr anchorCtr="0" anchor="b" bIns="45700" lIns="91425" spcFirstLastPara="1" rIns="91425" wrap="square" tIns="45700">
            <a:normAutofit/>
          </a:bodyPr>
          <a:lstStyle/>
          <a:p>
            <a:pPr indent="0" lvl="0" marL="0" rtl="0" algn="l">
              <a:lnSpc>
                <a:spcPct val="76000"/>
              </a:lnSpc>
              <a:spcBef>
                <a:spcPts val="0"/>
              </a:spcBef>
              <a:spcAft>
                <a:spcPts val="0"/>
              </a:spcAft>
              <a:buClr>
                <a:schemeClr val="dk1"/>
              </a:buClr>
              <a:buSzPts val="6000"/>
              <a:buFont typeface="Arial"/>
              <a:buNone/>
            </a:pPr>
            <a:r>
              <a:rPr lang="en-US" sz="6000"/>
              <a:t>EDES 301</a:t>
            </a:r>
            <a:br>
              <a:rPr lang="en-US" sz="6000"/>
            </a:br>
            <a:br>
              <a:rPr lang="en-US"/>
            </a:br>
            <a:r>
              <a:rPr lang="en-US" sz="6000"/>
              <a:t>PCB Project</a:t>
            </a:r>
            <a:endParaRPr/>
          </a:p>
        </p:txBody>
      </p:sp>
      <p:sp>
        <p:nvSpPr>
          <p:cNvPr id="772" name="Google Shape;772;p1"/>
          <p:cNvSpPr txBox="1"/>
          <p:nvPr>
            <p:ph idx="1" type="subTitle"/>
          </p:nvPr>
        </p:nvSpPr>
        <p:spPr>
          <a:xfrm>
            <a:off x="1293845" y="5432564"/>
            <a:ext cx="9604310" cy="112063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000"/>
              <a:buNone/>
            </a:pPr>
            <a:r>
              <a:rPr lang="en-US"/>
              <a:t>Juan Aizprua</a:t>
            </a:r>
            <a:endParaRPr/>
          </a:p>
          <a:p>
            <a:pPr indent="0" lvl="0" marL="0" rtl="0" algn="l">
              <a:lnSpc>
                <a:spcPct val="90000"/>
              </a:lnSpc>
              <a:spcBef>
                <a:spcPts val="0"/>
              </a:spcBef>
              <a:spcAft>
                <a:spcPts val="0"/>
              </a:spcAft>
              <a:buSzPts val="2000"/>
              <a:buNone/>
            </a:pPr>
            <a:r>
              <a:t/>
            </a:r>
            <a:endParaRPr/>
          </a:p>
          <a:p>
            <a:pPr indent="0" lvl="0" marL="0" rtl="0" algn="l">
              <a:lnSpc>
                <a:spcPct val="90000"/>
              </a:lnSpc>
              <a:spcBef>
                <a:spcPts val="0"/>
              </a:spcBef>
              <a:spcAft>
                <a:spcPts val="0"/>
              </a:spcAft>
              <a:buSzPts val="20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g321566f0535_0_402"/>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Background Information</a:t>
            </a:r>
            <a:endParaRPr/>
          </a:p>
        </p:txBody>
      </p:sp>
      <p:sp>
        <p:nvSpPr>
          <p:cNvPr id="778" name="Google Shape;778;g321566f0535_0_402"/>
          <p:cNvSpPr txBox="1"/>
          <p:nvPr>
            <p:ph idx="1" type="body"/>
          </p:nvPr>
        </p:nvSpPr>
        <p:spPr>
          <a:xfrm>
            <a:off x="609600" y="1295400"/>
            <a:ext cx="10972800" cy="47244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SzPts val="2000"/>
              <a:buChar char="▪"/>
            </a:pPr>
            <a:r>
              <a:rPr lang="en-US"/>
              <a:t>What is being proposed?</a:t>
            </a:r>
            <a:endParaRPr/>
          </a:p>
          <a:p>
            <a:pPr indent="0" lvl="0" marL="228600" rtl="0" algn="l">
              <a:lnSpc>
                <a:spcPct val="90000"/>
              </a:lnSpc>
              <a:spcBef>
                <a:spcPts val="0"/>
              </a:spcBef>
              <a:spcAft>
                <a:spcPts val="0"/>
              </a:spcAft>
              <a:buNone/>
            </a:pPr>
            <a:r>
              <a:t/>
            </a:r>
            <a:endParaRPr/>
          </a:p>
          <a:p>
            <a:pPr indent="0" lvl="0" marL="228600" rtl="0" algn="l">
              <a:lnSpc>
                <a:spcPct val="90000"/>
              </a:lnSpc>
              <a:spcBef>
                <a:spcPts val="0"/>
              </a:spcBef>
              <a:spcAft>
                <a:spcPts val="0"/>
              </a:spcAft>
              <a:buNone/>
            </a:pPr>
            <a:r>
              <a:rPr lang="en-US"/>
              <a:t>A gadget that can be added to water bottles that allows you to track your intake of water throughout the day and can tell you if you need to drink more or if you’re right on track.</a:t>
            </a:r>
            <a:endParaRPr/>
          </a:p>
          <a:p>
            <a:pPr indent="-182880" lvl="1" marL="457200" rtl="0" algn="l">
              <a:lnSpc>
                <a:spcPct val="90000"/>
              </a:lnSpc>
              <a:spcBef>
                <a:spcPts val="1200"/>
              </a:spcBef>
              <a:spcAft>
                <a:spcPts val="0"/>
              </a:spcAft>
              <a:buSzPts val="1800"/>
              <a:buChar char="▪"/>
            </a:pPr>
            <a:r>
              <a:rPr lang="en-US"/>
              <a:t>Pictures</a:t>
            </a:r>
            <a:endParaRPr/>
          </a:p>
          <a:p>
            <a:pPr indent="-182880" lvl="1" marL="457200" rtl="0" algn="l">
              <a:lnSpc>
                <a:spcPct val="90000"/>
              </a:lnSpc>
              <a:spcBef>
                <a:spcPts val="1200"/>
              </a:spcBef>
              <a:spcAft>
                <a:spcPts val="0"/>
              </a:spcAft>
              <a:buSzPts val="1800"/>
              <a:buChar char="▪"/>
            </a:pPr>
            <a:r>
              <a:rPr lang="en-US"/>
              <a:t>Links to existing projects / libraries</a:t>
            </a:r>
            <a:endParaRPr/>
          </a:p>
          <a:p>
            <a:pPr indent="228600" lvl="0" marL="228600" rtl="0" algn="l">
              <a:lnSpc>
                <a:spcPct val="90000"/>
              </a:lnSpc>
              <a:spcBef>
                <a:spcPts val="1200"/>
              </a:spcBef>
              <a:spcAft>
                <a:spcPts val="0"/>
              </a:spcAft>
              <a:buNone/>
            </a:pPr>
            <a:r>
              <a:rPr lang="en-US" sz="1200" u="sng">
                <a:solidFill>
                  <a:schemeClr val="hlink"/>
                </a:solidFill>
                <a:hlinkClick r:id="rId3"/>
              </a:rPr>
              <a:t>hidratespark.com/products/hidratespark-pro-32oz-smart-water-bottle</a:t>
            </a:r>
            <a:endParaRPr sz="1200"/>
          </a:p>
          <a:p>
            <a:pPr indent="-132080" lvl="1" marL="457200" rtl="0" algn="l">
              <a:spcBef>
                <a:spcPts val="1200"/>
              </a:spcBef>
              <a:spcAft>
                <a:spcPts val="0"/>
              </a:spcAft>
              <a:buSzPts val="1000"/>
              <a:buChar char="▪"/>
            </a:pPr>
            <a:r>
              <a:rPr lang="en-US" sz="1000"/>
              <a:t>us.water.io/</a:t>
            </a:r>
            <a:endParaRPr sz="1000"/>
          </a:p>
          <a:p>
            <a:pPr indent="-132080" lvl="1" marL="457200" rtl="0" algn="l">
              <a:lnSpc>
                <a:spcPct val="90000"/>
              </a:lnSpc>
              <a:spcBef>
                <a:spcPts val="1200"/>
              </a:spcBef>
              <a:spcAft>
                <a:spcPts val="0"/>
              </a:spcAft>
              <a:buSzPts val="1000"/>
              <a:buChar char="▪"/>
            </a:pPr>
            <a:r>
              <a:rPr lang="en-US" sz="1000" u="sng">
                <a:solidFill>
                  <a:schemeClr val="hlink"/>
                </a:solidFill>
                <a:hlinkClick r:id="rId4"/>
              </a:rPr>
              <a:t>hackster.io/Teenenggr/bottle-that-keeps-you-hydrated-fdf535</a:t>
            </a:r>
            <a:endParaRPr sz="1000"/>
          </a:p>
          <a:p>
            <a:pPr indent="-132080" lvl="1" marL="457200" rtl="0" algn="l">
              <a:lnSpc>
                <a:spcPct val="90000"/>
              </a:lnSpc>
              <a:spcBef>
                <a:spcPts val="1200"/>
              </a:spcBef>
              <a:spcAft>
                <a:spcPts val="0"/>
              </a:spcAft>
              <a:buSzPts val="1000"/>
              <a:buChar char="▪"/>
            </a:pPr>
            <a:r>
              <a:rPr lang="en-US" sz="1000" u="sng">
                <a:solidFill>
                  <a:schemeClr val="hlink"/>
                </a:solidFill>
                <a:hlinkClick r:id="rId5"/>
              </a:rPr>
              <a:t>hackster.io/magicbit0/smart-water-bottle-with-magicbit-99f64a</a:t>
            </a:r>
            <a:endParaRPr sz="1000"/>
          </a:p>
          <a:p>
            <a:pPr indent="-132080" lvl="1" marL="457200" rtl="0" algn="l">
              <a:lnSpc>
                <a:spcPct val="90000"/>
              </a:lnSpc>
              <a:spcBef>
                <a:spcPts val="1200"/>
              </a:spcBef>
              <a:spcAft>
                <a:spcPts val="0"/>
              </a:spcAft>
              <a:buSzPts val="1000"/>
              <a:buChar char="▪"/>
            </a:pPr>
            <a:r>
              <a:rPr lang="en-US" sz="1000" u="sng">
                <a:solidFill>
                  <a:schemeClr val="hlink"/>
                </a:solidFill>
                <a:hlinkClick r:id="rId6"/>
              </a:rPr>
              <a:t>hackster.io/mweber17/smart-water-14cb33</a:t>
            </a:r>
            <a:endParaRPr sz="1000"/>
          </a:p>
          <a:p>
            <a:pPr indent="-182880" lvl="1" marL="457200" rtl="0" algn="l">
              <a:lnSpc>
                <a:spcPct val="90000"/>
              </a:lnSpc>
              <a:spcBef>
                <a:spcPts val="1200"/>
              </a:spcBef>
              <a:spcAft>
                <a:spcPts val="0"/>
              </a:spcAft>
              <a:buSzPts val="1800"/>
              <a:buChar char="▪"/>
            </a:pPr>
            <a:r>
              <a:t/>
            </a:r>
            <a:endParaRPr/>
          </a:p>
          <a:p>
            <a:pPr indent="-228600" lvl="0" marL="228600" rtl="0" algn="l">
              <a:lnSpc>
                <a:spcPct val="90000"/>
              </a:lnSpc>
              <a:spcBef>
                <a:spcPts val="1800"/>
              </a:spcBef>
              <a:spcAft>
                <a:spcPts val="0"/>
              </a:spcAft>
              <a:buSzPts val="2000"/>
              <a:buChar char="▪"/>
            </a:pPr>
            <a:r>
              <a:rPr lang="en-US"/>
              <a:t>What improvements / additions over existing project</a:t>
            </a:r>
            <a:endParaRPr/>
          </a:p>
          <a:p>
            <a:pPr indent="-68579" lvl="1" marL="457200" rtl="0" algn="l">
              <a:lnSpc>
                <a:spcPct val="90000"/>
              </a:lnSpc>
              <a:spcBef>
                <a:spcPts val="1200"/>
              </a:spcBef>
              <a:spcAft>
                <a:spcPts val="0"/>
              </a:spcAft>
              <a:buSzPts val="1800"/>
              <a:buNone/>
            </a:pPr>
            <a:r>
              <a:rPr lang="en-US"/>
              <a:t>Make it available to use on any water bottle with some initial set up. Planning on keeping track of water volume with a water level sensor .Some user interaction so they can check if they are on track either through an application on their computer or pressing a button on the gadget on bottle.</a:t>
            </a:r>
            <a:endParaRPr/>
          </a:p>
        </p:txBody>
      </p:sp>
      <p:sp>
        <p:nvSpPr>
          <p:cNvPr id="779" name="Google Shape;779;g321566f0535_0_402"/>
          <p:cNvSpPr txBox="1"/>
          <p:nvPr/>
        </p:nvSpPr>
        <p:spPr>
          <a:xfrm>
            <a:off x="5591064" y="5104525"/>
            <a:ext cx="3692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g321566f0535_0_787"/>
          <p:cNvSpPr txBox="1"/>
          <p:nvPr>
            <p:ph type="title"/>
          </p:nvPr>
        </p:nvSpPr>
        <p:spPr>
          <a:xfrm>
            <a:off x="609600" y="228600"/>
            <a:ext cx="10972800" cy="9144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System Block Diagram</a:t>
            </a:r>
            <a:endParaRPr/>
          </a:p>
        </p:txBody>
      </p:sp>
      <p:sp>
        <p:nvSpPr>
          <p:cNvPr id="785" name="Google Shape;785;g321566f0535_0_787"/>
          <p:cNvSpPr txBox="1"/>
          <p:nvPr>
            <p:ph idx="1" type="body"/>
          </p:nvPr>
        </p:nvSpPr>
        <p:spPr>
          <a:xfrm>
            <a:off x="609600" y="1066800"/>
            <a:ext cx="5323500" cy="2230200"/>
          </a:xfrm>
          <a:prstGeom prst="rect">
            <a:avLst/>
          </a:prstGeom>
          <a:noFill/>
          <a:ln>
            <a:noFill/>
          </a:ln>
        </p:spPr>
        <p:txBody>
          <a:bodyPr anchorCtr="0" anchor="t" bIns="45700" lIns="91425" spcFirstLastPara="1" rIns="91425" wrap="square" tIns="45700">
            <a:normAutofit fontScale="92500" lnSpcReduction="20000"/>
          </a:bodyPr>
          <a:lstStyle/>
          <a:p>
            <a:pPr indent="0" lvl="0" marL="228600" rtl="0" algn="l">
              <a:lnSpc>
                <a:spcPct val="90000"/>
              </a:lnSpc>
              <a:spcBef>
                <a:spcPts val="0"/>
              </a:spcBef>
              <a:spcAft>
                <a:spcPts val="0"/>
              </a:spcAft>
              <a:buNone/>
            </a:pPr>
            <a:r>
              <a:rPr b="1" lang="en-US" sz="1700"/>
              <a:t>Initial Design</a:t>
            </a:r>
            <a:r>
              <a:rPr lang="en-US" sz="1700"/>
              <a:t>: </a:t>
            </a:r>
            <a:r>
              <a:rPr lang="en-US" sz="1700"/>
              <a:t>A rubber cover near the bottom of the water bottle meant to protect electrical components below. 2 weight sensors </a:t>
            </a:r>
            <a:endParaRPr sz="1700"/>
          </a:p>
          <a:p>
            <a:pPr indent="0" lvl="0" marL="228600" rtl="0" algn="l">
              <a:lnSpc>
                <a:spcPct val="90000"/>
              </a:lnSpc>
              <a:spcBef>
                <a:spcPts val="0"/>
              </a:spcBef>
              <a:spcAft>
                <a:spcPts val="0"/>
              </a:spcAft>
              <a:buNone/>
            </a:pPr>
            <a:r>
              <a:rPr lang="en-US" sz="1700"/>
              <a:t>above the rubber cover that measure the weight of the</a:t>
            </a:r>
            <a:endParaRPr sz="1700"/>
          </a:p>
          <a:p>
            <a:pPr indent="0" lvl="0" marL="228600" rtl="0" algn="l">
              <a:lnSpc>
                <a:spcPct val="90000"/>
              </a:lnSpc>
              <a:spcBef>
                <a:spcPts val="0"/>
              </a:spcBef>
              <a:spcAft>
                <a:spcPts val="0"/>
              </a:spcAft>
              <a:buNone/>
            </a:pPr>
            <a:r>
              <a:rPr lang="en-US" sz="1700"/>
              <a:t>water. Beagle Board that receives the weight information from</a:t>
            </a:r>
            <a:endParaRPr sz="1700"/>
          </a:p>
          <a:p>
            <a:pPr indent="0" lvl="0" marL="228600" rtl="0" algn="l">
              <a:lnSpc>
                <a:spcPct val="90000"/>
              </a:lnSpc>
              <a:spcBef>
                <a:spcPts val="0"/>
              </a:spcBef>
              <a:spcAft>
                <a:spcPts val="0"/>
              </a:spcAft>
              <a:buNone/>
            </a:pPr>
            <a:r>
              <a:rPr lang="en-US" sz="1700"/>
              <a:t>the sensors, records data every set time interval. Can send </a:t>
            </a:r>
            <a:endParaRPr sz="1700"/>
          </a:p>
          <a:p>
            <a:pPr indent="0" lvl="0" marL="228600" rtl="0" algn="l">
              <a:lnSpc>
                <a:spcPct val="90000"/>
              </a:lnSpc>
              <a:spcBef>
                <a:spcPts val="0"/>
              </a:spcBef>
              <a:spcAft>
                <a:spcPts val="0"/>
              </a:spcAft>
              <a:buNone/>
            </a:pPr>
            <a:r>
              <a:rPr lang="en-US" sz="1700"/>
              <a:t>information to a computer and light up green/red LEDS when prompted depending if the amount of water drunk is adequate level </a:t>
            </a:r>
            <a:endParaRPr sz="1700"/>
          </a:p>
          <a:p>
            <a:pPr indent="0" lvl="0" marL="228600" rtl="0" algn="l">
              <a:lnSpc>
                <a:spcPct val="90000"/>
              </a:lnSpc>
              <a:spcBef>
                <a:spcPts val="0"/>
              </a:spcBef>
              <a:spcAft>
                <a:spcPts val="0"/>
              </a:spcAft>
              <a:buNone/>
            </a:pPr>
            <a:r>
              <a:t/>
            </a:r>
            <a:endParaRPr sz="1700"/>
          </a:p>
        </p:txBody>
      </p:sp>
      <p:sp>
        <p:nvSpPr>
          <p:cNvPr id="786" name="Google Shape;786;g321566f0535_0_787"/>
          <p:cNvSpPr txBox="1"/>
          <p:nvPr/>
        </p:nvSpPr>
        <p:spPr>
          <a:xfrm>
            <a:off x="3238500" y="4177725"/>
            <a:ext cx="57183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
        <p:nvSpPr>
          <p:cNvPr id="787" name="Google Shape;787;g321566f0535_0_787"/>
          <p:cNvSpPr txBox="1"/>
          <p:nvPr/>
        </p:nvSpPr>
        <p:spPr>
          <a:xfrm>
            <a:off x="6353425" y="1066800"/>
            <a:ext cx="5147400" cy="1305000"/>
          </a:xfrm>
          <a:prstGeom prst="rect">
            <a:avLst/>
          </a:prstGeom>
          <a:noFill/>
          <a:ln>
            <a:noFill/>
          </a:ln>
        </p:spPr>
        <p:txBody>
          <a:bodyPr anchorCtr="0" anchor="t" bIns="91425" lIns="91425" spcFirstLastPara="1" rIns="91425" wrap="square" tIns="91425">
            <a:noAutofit/>
          </a:bodyPr>
          <a:lstStyle/>
          <a:p>
            <a:pPr indent="0" lvl="0" marL="228600" rtl="0" algn="l">
              <a:lnSpc>
                <a:spcPct val="90000"/>
              </a:lnSpc>
              <a:spcBef>
                <a:spcPts val="0"/>
              </a:spcBef>
              <a:spcAft>
                <a:spcPts val="0"/>
              </a:spcAft>
              <a:buClr>
                <a:schemeClr val="dk1"/>
              </a:buClr>
              <a:buSzPts val="1100"/>
              <a:buFont typeface="Arial"/>
              <a:buNone/>
            </a:pPr>
            <a:r>
              <a:rPr b="1" lang="en-US">
                <a:solidFill>
                  <a:schemeClr val="dk1"/>
                </a:solidFill>
              </a:rPr>
              <a:t>Final Design: </a:t>
            </a:r>
            <a:r>
              <a:rPr lang="en-US">
                <a:solidFill>
                  <a:schemeClr val="dk1"/>
                </a:solidFill>
              </a:rPr>
              <a:t>A grove water sensor attached to pocket beagle and other components that measures water. Other components include button, buzzer, 2 LEDS that will add user interactivity with the device. Water level will be measure every 30 seconds and based on that it will alert the user if they are below required intake</a:t>
            </a:r>
            <a:endParaRPr>
              <a:solidFill>
                <a:schemeClr val="dk1"/>
              </a:solidFill>
            </a:endParaRPr>
          </a:p>
          <a:p>
            <a:pPr indent="0" lvl="0" marL="0" rtl="0" algn="l">
              <a:spcBef>
                <a:spcPts val="0"/>
              </a:spcBef>
              <a:spcAft>
                <a:spcPts val="0"/>
              </a:spcAft>
              <a:buNone/>
            </a:pPr>
            <a:r>
              <a:t/>
            </a:r>
            <a:endParaRPr>
              <a:solidFill>
                <a:schemeClr val="dk1"/>
              </a:solidFill>
            </a:endParaRPr>
          </a:p>
        </p:txBody>
      </p:sp>
      <p:sp>
        <p:nvSpPr>
          <p:cNvPr id="788" name="Google Shape;788;g321566f0535_0_787"/>
          <p:cNvSpPr/>
          <p:nvPr/>
        </p:nvSpPr>
        <p:spPr>
          <a:xfrm>
            <a:off x="4862625" y="3075375"/>
            <a:ext cx="1828800" cy="4114800"/>
          </a:xfrm>
          <a:prstGeom prst="roundRect">
            <a:avLst>
              <a:gd fmla="val 16667" name="adj"/>
            </a:avLst>
          </a:prstGeom>
          <a:solidFill>
            <a:srgbClr val="B1C5D7"/>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789" name="Google Shape;789;g321566f0535_0_787"/>
          <p:cNvSpPr txBox="1"/>
          <p:nvPr/>
        </p:nvSpPr>
        <p:spPr>
          <a:xfrm>
            <a:off x="4921307" y="3075375"/>
            <a:ext cx="1698000" cy="369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800" u="none" cap="none" strike="noStrike">
                <a:solidFill>
                  <a:schemeClr val="dk1"/>
                </a:solidFill>
                <a:latin typeface="Arial"/>
                <a:ea typeface="Arial"/>
                <a:cs typeface="Arial"/>
                <a:sym typeface="Arial"/>
              </a:rPr>
              <a:t>PocketBeagle</a:t>
            </a:r>
            <a:endParaRPr b="1" i="0" sz="1800" u="none" cap="none" strike="noStrike">
              <a:solidFill>
                <a:schemeClr val="dk1"/>
              </a:solidFill>
              <a:latin typeface="Arial"/>
              <a:ea typeface="Arial"/>
              <a:cs typeface="Arial"/>
              <a:sym typeface="Arial"/>
            </a:endParaRPr>
          </a:p>
        </p:txBody>
      </p:sp>
      <p:sp>
        <p:nvSpPr>
          <p:cNvPr id="790" name="Google Shape;790;g321566f0535_0_787"/>
          <p:cNvSpPr txBox="1"/>
          <p:nvPr/>
        </p:nvSpPr>
        <p:spPr>
          <a:xfrm>
            <a:off x="4900725" y="5132775"/>
            <a:ext cx="4845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AIN</a:t>
            </a:r>
            <a:endParaRPr/>
          </a:p>
        </p:txBody>
      </p:sp>
      <p:sp>
        <p:nvSpPr>
          <p:cNvPr id="791" name="Google Shape;791;g321566f0535_0_787"/>
          <p:cNvSpPr/>
          <p:nvPr/>
        </p:nvSpPr>
        <p:spPr>
          <a:xfrm>
            <a:off x="747825" y="3345052"/>
            <a:ext cx="2286000" cy="914400"/>
          </a:xfrm>
          <a:prstGeom prst="roundRect">
            <a:avLst>
              <a:gd fmla="val 16667" name="adj"/>
            </a:avLst>
          </a:prstGeom>
          <a:solidFill>
            <a:srgbClr val="B1C5D7"/>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rPr>
              <a:t>Computer</a:t>
            </a:r>
            <a:endParaRPr/>
          </a:p>
        </p:txBody>
      </p:sp>
      <p:sp>
        <p:nvSpPr>
          <p:cNvPr id="792" name="Google Shape;792;g321566f0535_0_787"/>
          <p:cNvSpPr txBox="1"/>
          <p:nvPr/>
        </p:nvSpPr>
        <p:spPr>
          <a:xfrm>
            <a:off x="3605325" y="3497452"/>
            <a:ext cx="555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USB</a:t>
            </a:r>
            <a:endParaRPr/>
          </a:p>
        </p:txBody>
      </p:sp>
      <p:cxnSp>
        <p:nvCxnSpPr>
          <p:cNvPr id="793" name="Google Shape;793;g321566f0535_0_787"/>
          <p:cNvCxnSpPr/>
          <p:nvPr/>
        </p:nvCxnSpPr>
        <p:spPr>
          <a:xfrm>
            <a:off x="1090725" y="4370775"/>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794" name="Google Shape;794;g321566f0535_0_787"/>
          <p:cNvCxnSpPr/>
          <p:nvPr/>
        </p:nvCxnSpPr>
        <p:spPr>
          <a:xfrm>
            <a:off x="1128825" y="4408875"/>
            <a:ext cx="152400" cy="0"/>
          </a:xfrm>
          <a:prstGeom prst="straightConnector1">
            <a:avLst/>
          </a:prstGeom>
          <a:noFill/>
          <a:ln cap="flat" cmpd="sng" w="25400">
            <a:solidFill>
              <a:schemeClr val="dk1"/>
            </a:solidFill>
            <a:prstDash val="solid"/>
            <a:miter lim="800000"/>
            <a:headEnd len="sm" w="sm" type="none"/>
            <a:tailEnd len="sm" w="sm" type="none"/>
          </a:ln>
        </p:spPr>
      </p:cxnSp>
      <p:cxnSp>
        <p:nvCxnSpPr>
          <p:cNvPr id="795" name="Google Shape;795;g321566f0535_0_787"/>
          <p:cNvCxnSpPr/>
          <p:nvPr/>
        </p:nvCxnSpPr>
        <p:spPr>
          <a:xfrm rot="10800000">
            <a:off x="1166925" y="4446975"/>
            <a:ext cx="76200" cy="0"/>
          </a:xfrm>
          <a:prstGeom prst="straightConnector1">
            <a:avLst/>
          </a:prstGeom>
          <a:noFill/>
          <a:ln cap="flat" cmpd="sng" w="25400">
            <a:solidFill>
              <a:schemeClr val="dk1"/>
            </a:solidFill>
            <a:prstDash val="solid"/>
            <a:miter lim="800000"/>
            <a:headEnd len="sm" w="sm" type="none"/>
            <a:tailEnd len="sm" w="sm" type="none"/>
          </a:ln>
        </p:spPr>
      </p:cxnSp>
      <p:cxnSp>
        <p:nvCxnSpPr>
          <p:cNvPr id="796" name="Google Shape;796;g321566f0535_0_787"/>
          <p:cNvCxnSpPr/>
          <p:nvPr/>
        </p:nvCxnSpPr>
        <p:spPr>
          <a:xfrm rot="10800000">
            <a:off x="1205025" y="4259475"/>
            <a:ext cx="0" cy="111300"/>
          </a:xfrm>
          <a:prstGeom prst="straightConnector1">
            <a:avLst/>
          </a:prstGeom>
          <a:noFill/>
          <a:ln cap="flat" cmpd="sng" w="25400">
            <a:solidFill>
              <a:schemeClr val="dk1"/>
            </a:solidFill>
            <a:prstDash val="solid"/>
            <a:miter lim="800000"/>
            <a:headEnd len="sm" w="sm" type="none"/>
            <a:tailEnd len="sm" w="sm" type="none"/>
          </a:ln>
        </p:spPr>
      </p:cxnSp>
      <p:sp>
        <p:nvSpPr>
          <p:cNvPr id="797" name="Google Shape;797;g321566f0535_0_787"/>
          <p:cNvSpPr txBox="1"/>
          <p:nvPr/>
        </p:nvSpPr>
        <p:spPr>
          <a:xfrm>
            <a:off x="900225" y="3954652"/>
            <a:ext cx="639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GND</a:t>
            </a:r>
            <a:endParaRPr/>
          </a:p>
        </p:txBody>
      </p:sp>
      <p:sp>
        <p:nvSpPr>
          <p:cNvPr id="798" name="Google Shape;798;g321566f0535_0_787"/>
          <p:cNvSpPr txBox="1"/>
          <p:nvPr/>
        </p:nvSpPr>
        <p:spPr>
          <a:xfrm>
            <a:off x="900225" y="3345052"/>
            <a:ext cx="615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VCC</a:t>
            </a:r>
            <a:endParaRPr/>
          </a:p>
        </p:txBody>
      </p:sp>
      <p:cxnSp>
        <p:nvCxnSpPr>
          <p:cNvPr id="799" name="Google Shape;799;g321566f0535_0_787"/>
          <p:cNvCxnSpPr/>
          <p:nvPr/>
        </p:nvCxnSpPr>
        <p:spPr>
          <a:xfrm>
            <a:off x="1090725" y="3192652"/>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00" name="Google Shape;800;g321566f0535_0_787"/>
          <p:cNvCxnSpPr/>
          <p:nvPr/>
        </p:nvCxnSpPr>
        <p:spPr>
          <a:xfrm rot="10800000">
            <a:off x="1205025" y="3192652"/>
            <a:ext cx="0" cy="152400"/>
          </a:xfrm>
          <a:prstGeom prst="straightConnector1">
            <a:avLst/>
          </a:prstGeom>
          <a:noFill/>
          <a:ln cap="flat" cmpd="sng" w="25400">
            <a:solidFill>
              <a:schemeClr val="dk1"/>
            </a:solidFill>
            <a:prstDash val="solid"/>
            <a:miter lim="800000"/>
            <a:headEnd len="sm" w="sm" type="none"/>
            <a:tailEnd len="sm" w="sm" type="none"/>
          </a:ln>
        </p:spPr>
      </p:cxnSp>
      <p:sp>
        <p:nvSpPr>
          <p:cNvPr id="801" name="Google Shape;801;g321566f0535_0_787"/>
          <p:cNvSpPr txBox="1"/>
          <p:nvPr/>
        </p:nvSpPr>
        <p:spPr>
          <a:xfrm>
            <a:off x="1014525" y="2884875"/>
            <a:ext cx="404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5V</a:t>
            </a:r>
            <a:endParaRPr/>
          </a:p>
        </p:txBody>
      </p:sp>
      <p:cxnSp>
        <p:nvCxnSpPr>
          <p:cNvPr id="802" name="Google Shape;802;g321566f0535_0_787"/>
          <p:cNvCxnSpPr/>
          <p:nvPr/>
        </p:nvCxnSpPr>
        <p:spPr>
          <a:xfrm rot="10800000">
            <a:off x="3033825" y="3799275"/>
            <a:ext cx="1828800" cy="0"/>
          </a:xfrm>
          <a:prstGeom prst="straightConnector1">
            <a:avLst/>
          </a:prstGeom>
          <a:noFill/>
          <a:ln cap="flat" cmpd="sng" w="25400">
            <a:solidFill>
              <a:schemeClr val="dk1"/>
            </a:solidFill>
            <a:prstDash val="solid"/>
            <a:miter lim="800000"/>
            <a:headEnd len="sm" w="sm" type="none"/>
            <a:tailEnd len="sm" w="sm" type="none"/>
          </a:ln>
        </p:spPr>
      </p:cxnSp>
      <p:sp>
        <p:nvSpPr>
          <p:cNvPr id="803" name="Google Shape;803;g321566f0535_0_787"/>
          <p:cNvSpPr txBox="1"/>
          <p:nvPr/>
        </p:nvSpPr>
        <p:spPr>
          <a:xfrm>
            <a:off x="1281225" y="4332675"/>
            <a:ext cx="1295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GND</a:t>
            </a:r>
            <a:endParaRPr/>
          </a:p>
        </p:txBody>
      </p:sp>
      <p:cxnSp>
        <p:nvCxnSpPr>
          <p:cNvPr id="804" name="Google Shape;804;g321566f0535_0_787"/>
          <p:cNvCxnSpPr/>
          <p:nvPr/>
        </p:nvCxnSpPr>
        <p:spPr>
          <a:xfrm>
            <a:off x="7110525" y="4413221"/>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05" name="Google Shape;805;g321566f0535_0_787"/>
          <p:cNvCxnSpPr/>
          <p:nvPr/>
        </p:nvCxnSpPr>
        <p:spPr>
          <a:xfrm rot="10800000">
            <a:off x="7224825" y="4527521"/>
            <a:ext cx="76200" cy="38100"/>
          </a:xfrm>
          <a:prstGeom prst="straightConnector1">
            <a:avLst/>
          </a:prstGeom>
          <a:noFill/>
          <a:ln cap="flat" cmpd="sng" w="25400">
            <a:solidFill>
              <a:schemeClr val="dk1"/>
            </a:solidFill>
            <a:prstDash val="solid"/>
            <a:miter lim="800000"/>
            <a:headEnd len="sm" w="sm" type="none"/>
            <a:tailEnd len="sm" w="sm" type="none"/>
          </a:ln>
        </p:spPr>
      </p:cxnSp>
      <p:cxnSp>
        <p:nvCxnSpPr>
          <p:cNvPr id="806" name="Google Shape;806;g321566f0535_0_787"/>
          <p:cNvCxnSpPr/>
          <p:nvPr/>
        </p:nvCxnSpPr>
        <p:spPr>
          <a:xfrm flipH="1" rot="10800000">
            <a:off x="7186725" y="4565621"/>
            <a:ext cx="114300" cy="38100"/>
          </a:xfrm>
          <a:prstGeom prst="straightConnector1">
            <a:avLst/>
          </a:prstGeom>
          <a:noFill/>
          <a:ln cap="flat" cmpd="sng" w="25400">
            <a:solidFill>
              <a:schemeClr val="dk1"/>
            </a:solidFill>
            <a:prstDash val="solid"/>
            <a:miter lim="800000"/>
            <a:headEnd len="sm" w="sm" type="none"/>
            <a:tailEnd len="sm" w="sm" type="none"/>
          </a:ln>
        </p:spPr>
      </p:cxnSp>
      <p:cxnSp>
        <p:nvCxnSpPr>
          <p:cNvPr id="807" name="Google Shape;807;g321566f0535_0_787"/>
          <p:cNvCxnSpPr/>
          <p:nvPr/>
        </p:nvCxnSpPr>
        <p:spPr>
          <a:xfrm>
            <a:off x="7186725" y="4603721"/>
            <a:ext cx="114300" cy="38100"/>
          </a:xfrm>
          <a:prstGeom prst="straightConnector1">
            <a:avLst/>
          </a:prstGeom>
          <a:noFill/>
          <a:ln cap="flat" cmpd="sng" w="25400">
            <a:solidFill>
              <a:schemeClr val="dk1"/>
            </a:solidFill>
            <a:prstDash val="solid"/>
            <a:miter lim="800000"/>
            <a:headEnd len="sm" w="sm" type="none"/>
            <a:tailEnd len="sm" w="sm" type="none"/>
          </a:ln>
        </p:spPr>
      </p:cxnSp>
      <p:cxnSp>
        <p:nvCxnSpPr>
          <p:cNvPr id="808" name="Google Shape;808;g321566f0535_0_787"/>
          <p:cNvCxnSpPr/>
          <p:nvPr/>
        </p:nvCxnSpPr>
        <p:spPr>
          <a:xfrm flipH="1" rot="10800000">
            <a:off x="7186725" y="4641821"/>
            <a:ext cx="114300" cy="38100"/>
          </a:xfrm>
          <a:prstGeom prst="straightConnector1">
            <a:avLst/>
          </a:prstGeom>
          <a:noFill/>
          <a:ln cap="flat" cmpd="sng" w="25400">
            <a:solidFill>
              <a:schemeClr val="dk1"/>
            </a:solidFill>
            <a:prstDash val="solid"/>
            <a:miter lim="800000"/>
            <a:headEnd len="sm" w="sm" type="none"/>
            <a:tailEnd len="sm" w="sm" type="none"/>
          </a:ln>
        </p:spPr>
      </p:cxnSp>
      <p:cxnSp>
        <p:nvCxnSpPr>
          <p:cNvPr id="809" name="Google Shape;809;g321566f0535_0_787"/>
          <p:cNvCxnSpPr/>
          <p:nvPr/>
        </p:nvCxnSpPr>
        <p:spPr>
          <a:xfrm rot="10800000">
            <a:off x="7186725" y="4679921"/>
            <a:ext cx="76200" cy="38100"/>
          </a:xfrm>
          <a:prstGeom prst="straightConnector1">
            <a:avLst/>
          </a:prstGeom>
          <a:noFill/>
          <a:ln cap="flat" cmpd="sng" w="25400">
            <a:solidFill>
              <a:schemeClr val="dk1"/>
            </a:solidFill>
            <a:prstDash val="solid"/>
            <a:miter lim="800000"/>
            <a:headEnd len="sm" w="sm" type="none"/>
            <a:tailEnd len="sm" w="sm" type="none"/>
          </a:ln>
        </p:spPr>
      </p:cxnSp>
      <p:cxnSp>
        <p:nvCxnSpPr>
          <p:cNvPr id="810" name="Google Shape;810;g321566f0535_0_787"/>
          <p:cNvCxnSpPr/>
          <p:nvPr/>
        </p:nvCxnSpPr>
        <p:spPr>
          <a:xfrm rot="10800000">
            <a:off x="7262925" y="4713675"/>
            <a:ext cx="0" cy="228600"/>
          </a:xfrm>
          <a:prstGeom prst="straightConnector1">
            <a:avLst/>
          </a:prstGeom>
          <a:noFill/>
          <a:ln cap="flat" cmpd="sng" w="25400">
            <a:solidFill>
              <a:schemeClr val="dk1"/>
            </a:solidFill>
            <a:prstDash val="solid"/>
            <a:miter lim="800000"/>
            <a:headEnd len="sm" w="sm" type="none"/>
            <a:tailEnd len="sm" w="sm" type="none"/>
          </a:ln>
        </p:spPr>
      </p:cxnSp>
      <p:cxnSp>
        <p:nvCxnSpPr>
          <p:cNvPr id="811" name="Google Shape;811;g321566f0535_0_787"/>
          <p:cNvCxnSpPr/>
          <p:nvPr/>
        </p:nvCxnSpPr>
        <p:spPr>
          <a:xfrm rot="10800000">
            <a:off x="7224825" y="4413221"/>
            <a:ext cx="0" cy="114300"/>
          </a:xfrm>
          <a:prstGeom prst="straightConnector1">
            <a:avLst/>
          </a:prstGeom>
          <a:noFill/>
          <a:ln cap="flat" cmpd="sng" w="25400">
            <a:solidFill>
              <a:schemeClr val="dk1"/>
            </a:solidFill>
            <a:prstDash val="solid"/>
            <a:miter lim="800000"/>
            <a:headEnd len="sm" w="sm" type="none"/>
            <a:tailEnd len="sm" w="sm" type="none"/>
          </a:ln>
        </p:spPr>
      </p:cxnSp>
      <p:sp>
        <p:nvSpPr>
          <p:cNvPr id="812" name="Google Shape;812;g321566f0535_0_787"/>
          <p:cNvSpPr txBox="1"/>
          <p:nvPr/>
        </p:nvSpPr>
        <p:spPr>
          <a:xfrm>
            <a:off x="6887960" y="4070321"/>
            <a:ext cx="6063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3.3V</a:t>
            </a:r>
            <a:endParaRPr/>
          </a:p>
        </p:txBody>
      </p:sp>
      <p:sp>
        <p:nvSpPr>
          <p:cNvPr id="813" name="Google Shape;813;g321566f0535_0_787"/>
          <p:cNvSpPr txBox="1"/>
          <p:nvPr/>
        </p:nvSpPr>
        <p:spPr>
          <a:xfrm>
            <a:off x="6043725" y="66567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cxnSp>
        <p:nvCxnSpPr>
          <p:cNvPr id="814" name="Google Shape;814;g321566f0535_0_787"/>
          <p:cNvCxnSpPr/>
          <p:nvPr/>
        </p:nvCxnSpPr>
        <p:spPr>
          <a:xfrm rot="10800000">
            <a:off x="8024925" y="4942275"/>
            <a:ext cx="495300" cy="0"/>
          </a:xfrm>
          <a:prstGeom prst="straightConnector1">
            <a:avLst/>
          </a:prstGeom>
          <a:noFill/>
          <a:ln cap="flat" cmpd="sng" w="25400">
            <a:solidFill>
              <a:schemeClr val="dk1"/>
            </a:solidFill>
            <a:prstDash val="solid"/>
            <a:miter lim="800000"/>
            <a:headEnd len="sm" w="sm" type="none"/>
            <a:tailEnd len="sm" w="sm" type="none"/>
          </a:ln>
        </p:spPr>
      </p:cxnSp>
      <p:cxnSp>
        <p:nvCxnSpPr>
          <p:cNvPr id="815" name="Google Shape;815;g321566f0535_0_787"/>
          <p:cNvCxnSpPr/>
          <p:nvPr/>
        </p:nvCxnSpPr>
        <p:spPr>
          <a:xfrm>
            <a:off x="8405925" y="5208975"/>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16" name="Google Shape;816;g321566f0535_0_787"/>
          <p:cNvCxnSpPr/>
          <p:nvPr/>
        </p:nvCxnSpPr>
        <p:spPr>
          <a:xfrm>
            <a:off x="8444025" y="5247075"/>
            <a:ext cx="152400" cy="0"/>
          </a:xfrm>
          <a:prstGeom prst="straightConnector1">
            <a:avLst/>
          </a:prstGeom>
          <a:noFill/>
          <a:ln cap="flat" cmpd="sng" w="25400">
            <a:solidFill>
              <a:schemeClr val="dk1"/>
            </a:solidFill>
            <a:prstDash val="solid"/>
            <a:miter lim="800000"/>
            <a:headEnd len="sm" w="sm" type="none"/>
            <a:tailEnd len="sm" w="sm" type="none"/>
          </a:ln>
        </p:spPr>
      </p:cxnSp>
      <p:cxnSp>
        <p:nvCxnSpPr>
          <p:cNvPr id="817" name="Google Shape;817;g321566f0535_0_787"/>
          <p:cNvCxnSpPr/>
          <p:nvPr/>
        </p:nvCxnSpPr>
        <p:spPr>
          <a:xfrm rot="10800000">
            <a:off x="8482125" y="5285175"/>
            <a:ext cx="76200" cy="0"/>
          </a:xfrm>
          <a:prstGeom prst="straightConnector1">
            <a:avLst/>
          </a:prstGeom>
          <a:noFill/>
          <a:ln cap="flat" cmpd="sng" w="25400">
            <a:solidFill>
              <a:schemeClr val="dk1"/>
            </a:solidFill>
            <a:prstDash val="solid"/>
            <a:miter lim="800000"/>
            <a:headEnd len="sm" w="sm" type="none"/>
            <a:tailEnd len="sm" w="sm" type="none"/>
          </a:ln>
        </p:spPr>
      </p:cxnSp>
      <p:cxnSp>
        <p:nvCxnSpPr>
          <p:cNvPr id="818" name="Google Shape;818;g321566f0535_0_787"/>
          <p:cNvCxnSpPr/>
          <p:nvPr/>
        </p:nvCxnSpPr>
        <p:spPr>
          <a:xfrm rot="10800000">
            <a:off x="8520225" y="4942275"/>
            <a:ext cx="0" cy="266700"/>
          </a:xfrm>
          <a:prstGeom prst="straightConnector1">
            <a:avLst/>
          </a:prstGeom>
          <a:noFill/>
          <a:ln cap="flat" cmpd="sng" w="25400">
            <a:solidFill>
              <a:schemeClr val="dk1"/>
            </a:solidFill>
            <a:prstDash val="solid"/>
            <a:miter lim="800000"/>
            <a:headEnd len="sm" w="sm" type="none"/>
            <a:tailEnd len="sm" w="sm" type="none"/>
          </a:ln>
        </p:spPr>
      </p:cxnSp>
      <p:cxnSp>
        <p:nvCxnSpPr>
          <p:cNvPr id="819" name="Google Shape;819;g321566f0535_0_787"/>
          <p:cNvCxnSpPr/>
          <p:nvPr/>
        </p:nvCxnSpPr>
        <p:spPr>
          <a:xfrm rot="10800000">
            <a:off x="6691425" y="4942275"/>
            <a:ext cx="1028700" cy="0"/>
          </a:xfrm>
          <a:prstGeom prst="straightConnector1">
            <a:avLst/>
          </a:prstGeom>
          <a:noFill/>
          <a:ln cap="flat" cmpd="sng" w="25400">
            <a:solidFill>
              <a:schemeClr val="dk1"/>
            </a:solidFill>
            <a:prstDash val="solid"/>
            <a:miter lim="800000"/>
            <a:headEnd len="sm" w="sm" type="none"/>
            <a:tailEnd len="sm" w="sm" type="none"/>
          </a:ln>
        </p:spPr>
      </p:cxnSp>
      <p:sp>
        <p:nvSpPr>
          <p:cNvPr id="820" name="Google Shape;820;g321566f0535_0_787"/>
          <p:cNvSpPr txBox="1"/>
          <p:nvPr/>
        </p:nvSpPr>
        <p:spPr>
          <a:xfrm>
            <a:off x="7262925" y="4413221"/>
            <a:ext cx="401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1k</a:t>
            </a:r>
            <a:endParaRPr/>
          </a:p>
        </p:txBody>
      </p:sp>
      <p:cxnSp>
        <p:nvCxnSpPr>
          <p:cNvPr id="821" name="Google Shape;821;g321566f0535_0_787"/>
          <p:cNvCxnSpPr/>
          <p:nvPr/>
        </p:nvCxnSpPr>
        <p:spPr>
          <a:xfrm rot="10800000">
            <a:off x="7643925" y="4866075"/>
            <a:ext cx="457200" cy="0"/>
          </a:xfrm>
          <a:prstGeom prst="straightConnector1">
            <a:avLst/>
          </a:prstGeom>
          <a:noFill/>
          <a:ln cap="flat" cmpd="sng" w="25400">
            <a:solidFill>
              <a:schemeClr val="dk1"/>
            </a:solidFill>
            <a:prstDash val="solid"/>
            <a:miter lim="800000"/>
            <a:headEnd len="sm" w="sm" type="none"/>
            <a:tailEnd len="sm" w="sm" type="none"/>
          </a:ln>
        </p:spPr>
      </p:cxnSp>
      <p:sp>
        <p:nvSpPr>
          <p:cNvPr id="822" name="Google Shape;822;g321566f0535_0_787"/>
          <p:cNvSpPr/>
          <p:nvPr/>
        </p:nvSpPr>
        <p:spPr>
          <a:xfrm>
            <a:off x="7796325" y="4789875"/>
            <a:ext cx="152400" cy="762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23" name="Google Shape;823;g321566f0535_0_787"/>
          <p:cNvSpPr/>
          <p:nvPr/>
        </p:nvSpPr>
        <p:spPr>
          <a:xfrm>
            <a:off x="8520225" y="3380175"/>
            <a:ext cx="2286000" cy="990600"/>
          </a:xfrm>
          <a:prstGeom prst="roundRect">
            <a:avLst>
              <a:gd fmla="val 16667" name="adj"/>
            </a:avLst>
          </a:prstGeom>
          <a:solidFill>
            <a:srgbClr val="B1C5D7"/>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rPr>
              <a:t>Grove Water Sensor</a:t>
            </a:r>
            <a:endParaRPr/>
          </a:p>
        </p:txBody>
      </p:sp>
      <p:sp>
        <p:nvSpPr>
          <p:cNvPr id="824" name="Google Shape;824;g321566f0535_0_787"/>
          <p:cNvSpPr txBox="1"/>
          <p:nvPr/>
        </p:nvSpPr>
        <p:spPr>
          <a:xfrm>
            <a:off x="8520225" y="3498821"/>
            <a:ext cx="474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SPI</a:t>
            </a:r>
            <a:endParaRPr/>
          </a:p>
        </p:txBody>
      </p:sp>
      <p:sp>
        <p:nvSpPr>
          <p:cNvPr id="825" name="Google Shape;825;g321566f0535_0_787"/>
          <p:cNvSpPr txBox="1"/>
          <p:nvPr/>
        </p:nvSpPr>
        <p:spPr>
          <a:xfrm>
            <a:off x="8520225" y="39135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cxnSp>
        <p:nvCxnSpPr>
          <p:cNvPr id="826" name="Google Shape;826;g321566f0535_0_787"/>
          <p:cNvCxnSpPr/>
          <p:nvPr/>
        </p:nvCxnSpPr>
        <p:spPr>
          <a:xfrm>
            <a:off x="10234725" y="4523175"/>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27" name="Google Shape;827;g321566f0535_0_787"/>
          <p:cNvCxnSpPr/>
          <p:nvPr/>
        </p:nvCxnSpPr>
        <p:spPr>
          <a:xfrm>
            <a:off x="10272825" y="4561275"/>
            <a:ext cx="152400" cy="0"/>
          </a:xfrm>
          <a:prstGeom prst="straightConnector1">
            <a:avLst/>
          </a:prstGeom>
          <a:noFill/>
          <a:ln cap="flat" cmpd="sng" w="25400">
            <a:solidFill>
              <a:schemeClr val="dk1"/>
            </a:solidFill>
            <a:prstDash val="solid"/>
            <a:miter lim="800000"/>
            <a:headEnd len="sm" w="sm" type="none"/>
            <a:tailEnd len="sm" w="sm" type="none"/>
          </a:ln>
        </p:spPr>
      </p:cxnSp>
      <p:cxnSp>
        <p:nvCxnSpPr>
          <p:cNvPr id="828" name="Google Shape;828;g321566f0535_0_787"/>
          <p:cNvCxnSpPr/>
          <p:nvPr/>
        </p:nvCxnSpPr>
        <p:spPr>
          <a:xfrm rot="10800000">
            <a:off x="10310925" y="4561275"/>
            <a:ext cx="76200" cy="0"/>
          </a:xfrm>
          <a:prstGeom prst="straightConnector1">
            <a:avLst/>
          </a:prstGeom>
          <a:noFill/>
          <a:ln cap="flat" cmpd="sng" w="25400">
            <a:solidFill>
              <a:schemeClr val="dk1"/>
            </a:solidFill>
            <a:prstDash val="solid"/>
            <a:miter lim="800000"/>
            <a:headEnd len="sm" w="sm" type="none"/>
            <a:tailEnd len="sm" w="sm" type="none"/>
          </a:ln>
        </p:spPr>
      </p:cxnSp>
      <p:cxnSp>
        <p:nvCxnSpPr>
          <p:cNvPr id="829" name="Google Shape;829;g321566f0535_0_787"/>
          <p:cNvCxnSpPr/>
          <p:nvPr/>
        </p:nvCxnSpPr>
        <p:spPr>
          <a:xfrm rot="10800000">
            <a:off x="10349025" y="4370775"/>
            <a:ext cx="0" cy="152400"/>
          </a:xfrm>
          <a:prstGeom prst="straightConnector1">
            <a:avLst/>
          </a:prstGeom>
          <a:noFill/>
          <a:ln cap="flat" cmpd="sng" w="25400">
            <a:solidFill>
              <a:schemeClr val="dk1"/>
            </a:solidFill>
            <a:prstDash val="solid"/>
            <a:miter lim="800000"/>
            <a:headEnd len="sm" w="sm" type="none"/>
            <a:tailEnd len="sm" w="sm" type="none"/>
          </a:ln>
        </p:spPr>
      </p:cxnSp>
      <p:sp>
        <p:nvSpPr>
          <p:cNvPr id="830" name="Google Shape;830;g321566f0535_0_787"/>
          <p:cNvSpPr txBox="1"/>
          <p:nvPr/>
        </p:nvSpPr>
        <p:spPr>
          <a:xfrm>
            <a:off x="10082325" y="4101098"/>
            <a:ext cx="583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GND</a:t>
            </a:r>
            <a:endParaRPr/>
          </a:p>
        </p:txBody>
      </p:sp>
      <p:sp>
        <p:nvSpPr>
          <p:cNvPr id="831" name="Google Shape;831;g321566f0535_0_787"/>
          <p:cNvSpPr txBox="1"/>
          <p:nvPr/>
        </p:nvSpPr>
        <p:spPr>
          <a:xfrm>
            <a:off x="10076051" y="3380175"/>
            <a:ext cx="564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VCC</a:t>
            </a:r>
            <a:endParaRPr/>
          </a:p>
        </p:txBody>
      </p:sp>
      <p:cxnSp>
        <p:nvCxnSpPr>
          <p:cNvPr id="832" name="Google Shape;832;g321566f0535_0_787"/>
          <p:cNvCxnSpPr/>
          <p:nvPr/>
        </p:nvCxnSpPr>
        <p:spPr>
          <a:xfrm>
            <a:off x="10234725" y="3227775"/>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33" name="Google Shape;833;g321566f0535_0_787"/>
          <p:cNvCxnSpPr/>
          <p:nvPr/>
        </p:nvCxnSpPr>
        <p:spPr>
          <a:xfrm rot="10800000">
            <a:off x="10349025" y="3227775"/>
            <a:ext cx="0" cy="152400"/>
          </a:xfrm>
          <a:prstGeom prst="straightConnector1">
            <a:avLst/>
          </a:prstGeom>
          <a:noFill/>
          <a:ln cap="flat" cmpd="sng" w="25400">
            <a:solidFill>
              <a:schemeClr val="dk1"/>
            </a:solidFill>
            <a:prstDash val="solid"/>
            <a:miter lim="800000"/>
            <a:headEnd len="sm" w="sm" type="none"/>
            <a:tailEnd len="sm" w="sm" type="none"/>
          </a:ln>
        </p:spPr>
      </p:cxnSp>
      <p:sp>
        <p:nvSpPr>
          <p:cNvPr id="834" name="Google Shape;834;g321566f0535_0_787"/>
          <p:cNvSpPr txBox="1"/>
          <p:nvPr/>
        </p:nvSpPr>
        <p:spPr>
          <a:xfrm>
            <a:off x="10044225" y="2889221"/>
            <a:ext cx="6063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Arial"/>
                <a:ea typeface="Arial"/>
                <a:cs typeface="Arial"/>
                <a:sym typeface="Arial"/>
              </a:rPr>
              <a:t>3.3V</a:t>
            </a:r>
            <a:endParaRPr/>
          </a:p>
        </p:txBody>
      </p:sp>
      <p:cxnSp>
        <p:nvCxnSpPr>
          <p:cNvPr id="835" name="Google Shape;835;g321566f0535_0_787"/>
          <p:cNvCxnSpPr/>
          <p:nvPr/>
        </p:nvCxnSpPr>
        <p:spPr>
          <a:xfrm rot="10800000">
            <a:off x="6691425" y="3684975"/>
            <a:ext cx="1828800" cy="0"/>
          </a:xfrm>
          <a:prstGeom prst="straightConnector1">
            <a:avLst/>
          </a:prstGeom>
          <a:noFill/>
          <a:ln cap="flat" cmpd="sng" w="25400">
            <a:solidFill>
              <a:schemeClr val="dk1"/>
            </a:solidFill>
            <a:prstDash val="solid"/>
            <a:miter lim="800000"/>
            <a:headEnd len="sm" w="sm" type="none"/>
            <a:tailEnd len="sm" w="sm" type="none"/>
          </a:ln>
        </p:spPr>
      </p:cxnSp>
      <p:sp>
        <p:nvSpPr>
          <p:cNvPr id="836" name="Google Shape;836;g321566f0535_0_787"/>
          <p:cNvSpPr/>
          <p:nvPr/>
        </p:nvSpPr>
        <p:spPr>
          <a:xfrm rot="5400000">
            <a:off x="7415325" y="6161475"/>
            <a:ext cx="457200" cy="381000"/>
          </a:xfrm>
          <a:prstGeom prst="triangle">
            <a:avLst>
              <a:gd fmla="val 50000" name="adj"/>
            </a:avLst>
          </a:prstGeom>
          <a:solidFill>
            <a:srgbClr val="00B05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37" name="Google Shape;837;g321566f0535_0_787"/>
          <p:cNvCxnSpPr/>
          <p:nvPr/>
        </p:nvCxnSpPr>
        <p:spPr>
          <a:xfrm>
            <a:off x="7834425" y="6123375"/>
            <a:ext cx="0" cy="457200"/>
          </a:xfrm>
          <a:prstGeom prst="straightConnector1">
            <a:avLst/>
          </a:prstGeom>
          <a:noFill/>
          <a:ln cap="flat" cmpd="sng" w="25400">
            <a:solidFill>
              <a:schemeClr val="dk1"/>
            </a:solidFill>
            <a:prstDash val="solid"/>
            <a:miter lim="800000"/>
            <a:headEnd len="sm" w="sm" type="none"/>
            <a:tailEnd len="sm" w="sm" type="none"/>
          </a:ln>
        </p:spPr>
      </p:cxnSp>
      <p:cxnSp>
        <p:nvCxnSpPr>
          <p:cNvPr id="838" name="Google Shape;838;g321566f0535_0_787"/>
          <p:cNvCxnSpPr/>
          <p:nvPr/>
        </p:nvCxnSpPr>
        <p:spPr>
          <a:xfrm rot="10800000">
            <a:off x="6691425" y="6351975"/>
            <a:ext cx="762000" cy="0"/>
          </a:xfrm>
          <a:prstGeom prst="straightConnector1">
            <a:avLst/>
          </a:prstGeom>
          <a:noFill/>
          <a:ln cap="flat" cmpd="sng" w="25400">
            <a:solidFill>
              <a:schemeClr val="dk1"/>
            </a:solidFill>
            <a:prstDash val="solid"/>
            <a:miter lim="800000"/>
            <a:headEnd len="sm" w="sm" type="none"/>
            <a:tailEnd len="sm" w="sm" type="none"/>
          </a:ln>
        </p:spPr>
      </p:cxnSp>
      <p:cxnSp>
        <p:nvCxnSpPr>
          <p:cNvPr id="839" name="Google Shape;839;g321566f0535_0_787"/>
          <p:cNvCxnSpPr/>
          <p:nvPr/>
        </p:nvCxnSpPr>
        <p:spPr>
          <a:xfrm rot="10800000">
            <a:off x="7834425" y="6351975"/>
            <a:ext cx="762000" cy="0"/>
          </a:xfrm>
          <a:prstGeom prst="straightConnector1">
            <a:avLst/>
          </a:prstGeom>
          <a:noFill/>
          <a:ln cap="flat" cmpd="sng" w="25400">
            <a:solidFill>
              <a:schemeClr val="dk1"/>
            </a:solidFill>
            <a:prstDash val="solid"/>
            <a:miter lim="800000"/>
            <a:headEnd len="sm" w="sm" type="none"/>
            <a:tailEnd len="sm" w="sm" type="none"/>
          </a:ln>
        </p:spPr>
      </p:cxnSp>
      <p:cxnSp>
        <p:nvCxnSpPr>
          <p:cNvPr id="840" name="Google Shape;840;g321566f0535_0_787"/>
          <p:cNvCxnSpPr/>
          <p:nvPr/>
        </p:nvCxnSpPr>
        <p:spPr>
          <a:xfrm flipH="1" rot="10800000">
            <a:off x="7605825" y="5970975"/>
            <a:ext cx="76200" cy="76200"/>
          </a:xfrm>
          <a:prstGeom prst="straightConnector1">
            <a:avLst/>
          </a:prstGeom>
          <a:noFill/>
          <a:ln cap="flat" cmpd="sng" w="25400">
            <a:solidFill>
              <a:schemeClr val="dk1"/>
            </a:solidFill>
            <a:prstDash val="solid"/>
            <a:miter lim="800000"/>
            <a:headEnd len="sm" w="sm" type="none"/>
            <a:tailEnd len="med" w="med" type="triangle"/>
          </a:ln>
        </p:spPr>
      </p:cxnSp>
      <p:cxnSp>
        <p:nvCxnSpPr>
          <p:cNvPr id="841" name="Google Shape;841;g321566f0535_0_787"/>
          <p:cNvCxnSpPr/>
          <p:nvPr/>
        </p:nvCxnSpPr>
        <p:spPr>
          <a:xfrm flipH="1" rot="10800000">
            <a:off x="7682025" y="6047175"/>
            <a:ext cx="76200" cy="76200"/>
          </a:xfrm>
          <a:prstGeom prst="straightConnector1">
            <a:avLst/>
          </a:prstGeom>
          <a:noFill/>
          <a:ln cap="flat" cmpd="sng" w="25400">
            <a:solidFill>
              <a:schemeClr val="dk1"/>
            </a:solidFill>
            <a:prstDash val="solid"/>
            <a:miter lim="800000"/>
            <a:headEnd len="sm" w="sm" type="none"/>
            <a:tailEnd len="med" w="med" type="triangle"/>
          </a:ln>
        </p:spPr>
      </p:cxnSp>
      <p:cxnSp>
        <p:nvCxnSpPr>
          <p:cNvPr id="842" name="Google Shape;842;g321566f0535_0_787"/>
          <p:cNvCxnSpPr/>
          <p:nvPr/>
        </p:nvCxnSpPr>
        <p:spPr>
          <a:xfrm>
            <a:off x="8482125" y="7152075"/>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43" name="Google Shape;843;g321566f0535_0_787"/>
          <p:cNvCxnSpPr/>
          <p:nvPr/>
        </p:nvCxnSpPr>
        <p:spPr>
          <a:xfrm>
            <a:off x="8520225" y="7190175"/>
            <a:ext cx="152400" cy="0"/>
          </a:xfrm>
          <a:prstGeom prst="straightConnector1">
            <a:avLst/>
          </a:prstGeom>
          <a:noFill/>
          <a:ln cap="flat" cmpd="sng" w="25400">
            <a:solidFill>
              <a:schemeClr val="dk1"/>
            </a:solidFill>
            <a:prstDash val="solid"/>
            <a:miter lim="800000"/>
            <a:headEnd len="sm" w="sm" type="none"/>
            <a:tailEnd len="sm" w="sm" type="none"/>
          </a:ln>
        </p:spPr>
      </p:cxnSp>
      <p:cxnSp>
        <p:nvCxnSpPr>
          <p:cNvPr id="844" name="Google Shape;844;g321566f0535_0_787"/>
          <p:cNvCxnSpPr/>
          <p:nvPr/>
        </p:nvCxnSpPr>
        <p:spPr>
          <a:xfrm rot="10800000">
            <a:off x="8558325" y="7228275"/>
            <a:ext cx="76200" cy="0"/>
          </a:xfrm>
          <a:prstGeom prst="straightConnector1">
            <a:avLst/>
          </a:prstGeom>
          <a:noFill/>
          <a:ln cap="flat" cmpd="sng" w="25400">
            <a:solidFill>
              <a:schemeClr val="dk1"/>
            </a:solidFill>
            <a:prstDash val="solid"/>
            <a:miter lim="800000"/>
            <a:headEnd len="sm" w="sm" type="none"/>
            <a:tailEnd len="sm" w="sm" type="none"/>
          </a:ln>
        </p:spPr>
      </p:cxnSp>
      <p:cxnSp>
        <p:nvCxnSpPr>
          <p:cNvPr id="845" name="Google Shape;845;g321566f0535_0_787"/>
          <p:cNvCxnSpPr/>
          <p:nvPr/>
        </p:nvCxnSpPr>
        <p:spPr>
          <a:xfrm rot="10800000">
            <a:off x="8596425" y="6351975"/>
            <a:ext cx="0" cy="800100"/>
          </a:xfrm>
          <a:prstGeom prst="straightConnector1">
            <a:avLst/>
          </a:prstGeom>
          <a:noFill/>
          <a:ln cap="flat" cmpd="sng" w="25400">
            <a:solidFill>
              <a:schemeClr val="dk1"/>
            </a:solidFill>
            <a:prstDash val="solid"/>
            <a:miter lim="800000"/>
            <a:headEnd len="sm" w="sm" type="none"/>
            <a:tailEnd len="sm" w="sm" type="none"/>
          </a:ln>
        </p:spPr>
      </p:cxnSp>
      <p:sp>
        <p:nvSpPr>
          <p:cNvPr id="846" name="Google Shape;846;g321566f0535_0_787"/>
          <p:cNvSpPr/>
          <p:nvPr/>
        </p:nvSpPr>
        <p:spPr>
          <a:xfrm rot="5400000">
            <a:off x="6958125" y="6618675"/>
            <a:ext cx="457200" cy="381000"/>
          </a:xfrm>
          <a:prstGeom prst="triangle">
            <a:avLst>
              <a:gd fmla="val 50000" name="adj"/>
            </a:avLst>
          </a:prstGeom>
          <a:solidFill>
            <a:srgbClr val="FF0000"/>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847" name="Google Shape;847;g321566f0535_0_787"/>
          <p:cNvCxnSpPr/>
          <p:nvPr/>
        </p:nvCxnSpPr>
        <p:spPr>
          <a:xfrm>
            <a:off x="7377225" y="6580575"/>
            <a:ext cx="0" cy="457200"/>
          </a:xfrm>
          <a:prstGeom prst="straightConnector1">
            <a:avLst/>
          </a:prstGeom>
          <a:noFill/>
          <a:ln cap="flat" cmpd="sng" w="25400">
            <a:solidFill>
              <a:schemeClr val="dk1"/>
            </a:solidFill>
            <a:prstDash val="solid"/>
            <a:miter lim="800000"/>
            <a:headEnd len="sm" w="sm" type="none"/>
            <a:tailEnd len="sm" w="sm" type="none"/>
          </a:ln>
        </p:spPr>
      </p:cxnSp>
      <p:cxnSp>
        <p:nvCxnSpPr>
          <p:cNvPr id="848" name="Google Shape;848;g321566f0535_0_787"/>
          <p:cNvCxnSpPr/>
          <p:nvPr/>
        </p:nvCxnSpPr>
        <p:spPr>
          <a:xfrm rot="10800000">
            <a:off x="6691425" y="6809175"/>
            <a:ext cx="304800" cy="0"/>
          </a:xfrm>
          <a:prstGeom prst="straightConnector1">
            <a:avLst/>
          </a:prstGeom>
          <a:noFill/>
          <a:ln cap="flat" cmpd="sng" w="25400">
            <a:solidFill>
              <a:schemeClr val="dk1"/>
            </a:solidFill>
            <a:prstDash val="solid"/>
            <a:miter lim="800000"/>
            <a:headEnd len="sm" w="sm" type="none"/>
            <a:tailEnd len="sm" w="sm" type="none"/>
          </a:ln>
        </p:spPr>
      </p:cxnSp>
      <p:cxnSp>
        <p:nvCxnSpPr>
          <p:cNvPr id="849" name="Google Shape;849;g321566f0535_0_787"/>
          <p:cNvCxnSpPr/>
          <p:nvPr/>
        </p:nvCxnSpPr>
        <p:spPr>
          <a:xfrm rot="10800000">
            <a:off x="7377225" y="6809175"/>
            <a:ext cx="762000" cy="0"/>
          </a:xfrm>
          <a:prstGeom prst="straightConnector1">
            <a:avLst/>
          </a:prstGeom>
          <a:noFill/>
          <a:ln cap="flat" cmpd="sng" w="25400">
            <a:solidFill>
              <a:schemeClr val="dk1"/>
            </a:solidFill>
            <a:prstDash val="solid"/>
            <a:miter lim="800000"/>
            <a:headEnd len="sm" w="sm" type="none"/>
            <a:tailEnd len="sm" w="sm" type="none"/>
          </a:ln>
        </p:spPr>
      </p:cxnSp>
      <p:cxnSp>
        <p:nvCxnSpPr>
          <p:cNvPr id="850" name="Google Shape;850;g321566f0535_0_787"/>
          <p:cNvCxnSpPr/>
          <p:nvPr/>
        </p:nvCxnSpPr>
        <p:spPr>
          <a:xfrm flipH="1" rot="10800000">
            <a:off x="7148625" y="6428175"/>
            <a:ext cx="76200" cy="76200"/>
          </a:xfrm>
          <a:prstGeom prst="straightConnector1">
            <a:avLst/>
          </a:prstGeom>
          <a:noFill/>
          <a:ln cap="flat" cmpd="sng" w="25400">
            <a:solidFill>
              <a:schemeClr val="dk1"/>
            </a:solidFill>
            <a:prstDash val="solid"/>
            <a:miter lim="800000"/>
            <a:headEnd len="sm" w="sm" type="none"/>
            <a:tailEnd len="med" w="med" type="triangle"/>
          </a:ln>
        </p:spPr>
      </p:cxnSp>
      <p:cxnSp>
        <p:nvCxnSpPr>
          <p:cNvPr id="851" name="Google Shape;851;g321566f0535_0_787"/>
          <p:cNvCxnSpPr/>
          <p:nvPr/>
        </p:nvCxnSpPr>
        <p:spPr>
          <a:xfrm flipH="1" rot="10800000">
            <a:off x="7224825" y="6504375"/>
            <a:ext cx="76200" cy="76200"/>
          </a:xfrm>
          <a:prstGeom prst="straightConnector1">
            <a:avLst/>
          </a:prstGeom>
          <a:noFill/>
          <a:ln cap="flat" cmpd="sng" w="25400">
            <a:solidFill>
              <a:schemeClr val="dk1"/>
            </a:solidFill>
            <a:prstDash val="solid"/>
            <a:miter lim="800000"/>
            <a:headEnd len="sm" w="sm" type="none"/>
            <a:tailEnd len="med" w="med" type="triangle"/>
          </a:ln>
        </p:spPr>
      </p:cxnSp>
      <p:cxnSp>
        <p:nvCxnSpPr>
          <p:cNvPr id="852" name="Google Shape;852;g321566f0535_0_787"/>
          <p:cNvCxnSpPr/>
          <p:nvPr/>
        </p:nvCxnSpPr>
        <p:spPr>
          <a:xfrm>
            <a:off x="8024925" y="7152075"/>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53" name="Google Shape;853;g321566f0535_0_787"/>
          <p:cNvCxnSpPr/>
          <p:nvPr/>
        </p:nvCxnSpPr>
        <p:spPr>
          <a:xfrm>
            <a:off x="8063025" y="7190175"/>
            <a:ext cx="152400" cy="0"/>
          </a:xfrm>
          <a:prstGeom prst="straightConnector1">
            <a:avLst/>
          </a:prstGeom>
          <a:noFill/>
          <a:ln cap="flat" cmpd="sng" w="25400">
            <a:solidFill>
              <a:schemeClr val="dk1"/>
            </a:solidFill>
            <a:prstDash val="solid"/>
            <a:miter lim="800000"/>
            <a:headEnd len="sm" w="sm" type="none"/>
            <a:tailEnd len="sm" w="sm" type="none"/>
          </a:ln>
        </p:spPr>
      </p:cxnSp>
      <p:cxnSp>
        <p:nvCxnSpPr>
          <p:cNvPr id="854" name="Google Shape;854;g321566f0535_0_787"/>
          <p:cNvCxnSpPr/>
          <p:nvPr/>
        </p:nvCxnSpPr>
        <p:spPr>
          <a:xfrm rot="10800000">
            <a:off x="8101125" y="7228275"/>
            <a:ext cx="76200" cy="0"/>
          </a:xfrm>
          <a:prstGeom prst="straightConnector1">
            <a:avLst/>
          </a:prstGeom>
          <a:noFill/>
          <a:ln cap="flat" cmpd="sng" w="25400">
            <a:solidFill>
              <a:schemeClr val="dk1"/>
            </a:solidFill>
            <a:prstDash val="solid"/>
            <a:miter lim="800000"/>
            <a:headEnd len="sm" w="sm" type="none"/>
            <a:tailEnd len="sm" w="sm" type="none"/>
          </a:ln>
        </p:spPr>
      </p:cxnSp>
      <p:cxnSp>
        <p:nvCxnSpPr>
          <p:cNvPr id="855" name="Google Shape;855;g321566f0535_0_787"/>
          <p:cNvCxnSpPr/>
          <p:nvPr/>
        </p:nvCxnSpPr>
        <p:spPr>
          <a:xfrm rot="10800000">
            <a:off x="8139225" y="6809175"/>
            <a:ext cx="0" cy="342900"/>
          </a:xfrm>
          <a:prstGeom prst="straightConnector1">
            <a:avLst/>
          </a:prstGeom>
          <a:noFill/>
          <a:ln cap="flat" cmpd="sng" w="25400">
            <a:solidFill>
              <a:schemeClr val="dk1"/>
            </a:solidFill>
            <a:prstDash val="solid"/>
            <a:miter lim="800000"/>
            <a:headEnd len="sm" w="sm" type="none"/>
            <a:tailEnd len="sm" w="sm" type="none"/>
          </a:ln>
        </p:spPr>
      </p:cxnSp>
      <p:sp>
        <p:nvSpPr>
          <p:cNvPr id="856" name="Google Shape;856;g321566f0535_0_787"/>
          <p:cNvSpPr txBox="1"/>
          <p:nvPr/>
        </p:nvSpPr>
        <p:spPr>
          <a:xfrm>
            <a:off x="6043725" y="61995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sp>
        <p:nvSpPr>
          <p:cNvPr id="857" name="Google Shape;857;g321566f0535_0_787"/>
          <p:cNvSpPr txBox="1"/>
          <p:nvPr/>
        </p:nvSpPr>
        <p:spPr>
          <a:xfrm>
            <a:off x="6043725" y="47898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cxnSp>
        <p:nvCxnSpPr>
          <p:cNvPr id="858" name="Google Shape;858;g321566f0535_0_787"/>
          <p:cNvCxnSpPr/>
          <p:nvPr/>
        </p:nvCxnSpPr>
        <p:spPr>
          <a:xfrm rot="10800000">
            <a:off x="6691425" y="4065975"/>
            <a:ext cx="1828800" cy="0"/>
          </a:xfrm>
          <a:prstGeom prst="straightConnector1">
            <a:avLst/>
          </a:prstGeom>
          <a:noFill/>
          <a:ln cap="flat" cmpd="sng" w="25400">
            <a:solidFill>
              <a:schemeClr val="dk1"/>
            </a:solidFill>
            <a:prstDash val="solid"/>
            <a:miter lim="800000"/>
            <a:headEnd len="sm" w="sm" type="none"/>
            <a:tailEnd len="sm" w="sm" type="none"/>
          </a:ln>
        </p:spPr>
      </p:cxnSp>
      <p:sp>
        <p:nvSpPr>
          <p:cNvPr id="859" name="Google Shape;859;g321566f0535_0_787"/>
          <p:cNvSpPr txBox="1"/>
          <p:nvPr/>
        </p:nvSpPr>
        <p:spPr>
          <a:xfrm>
            <a:off x="7262925" y="3418275"/>
            <a:ext cx="474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SPI</a:t>
            </a:r>
            <a:endParaRPr/>
          </a:p>
        </p:txBody>
      </p:sp>
      <p:sp>
        <p:nvSpPr>
          <p:cNvPr id="860" name="Google Shape;860;g321566f0535_0_787"/>
          <p:cNvSpPr txBox="1"/>
          <p:nvPr/>
        </p:nvSpPr>
        <p:spPr>
          <a:xfrm>
            <a:off x="7186725" y="37992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sp>
        <p:nvSpPr>
          <p:cNvPr id="861" name="Google Shape;861;g321566f0535_0_787"/>
          <p:cNvSpPr txBox="1"/>
          <p:nvPr/>
        </p:nvSpPr>
        <p:spPr>
          <a:xfrm>
            <a:off x="4862625" y="6351975"/>
            <a:ext cx="484500" cy="307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Arial"/>
                <a:ea typeface="Arial"/>
                <a:cs typeface="Arial"/>
                <a:sym typeface="Arial"/>
              </a:rPr>
              <a:t>AIN</a:t>
            </a:r>
            <a:endParaRPr/>
          </a:p>
        </p:txBody>
      </p:sp>
      <p:sp>
        <p:nvSpPr>
          <p:cNvPr id="862" name="Google Shape;862;g321566f0535_0_787"/>
          <p:cNvSpPr txBox="1"/>
          <p:nvPr/>
        </p:nvSpPr>
        <p:spPr>
          <a:xfrm>
            <a:off x="4862625" y="3646875"/>
            <a:ext cx="5550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USB</a:t>
            </a:r>
            <a:endParaRPr/>
          </a:p>
        </p:txBody>
      </p:sp>
      <p:sp>
        <p:nvSpPr>
          <p:cNvPr id="863" name="Google Shape;863;g321566f0535_0_787"/>
          <p:cNvSpPr txBox="1"/>
          <p:nvPr/>
        </p:nvSpPr>
        <p:spPr>
          <a:xfrm>
            <a:off x="6196125" y="3532575"/>
            <a:ext cx="474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SPI</a:t>
            </a:r>
            <a:endParaRPr/>
          </a:p>
        </p:txBody>
      </p:sp>
      <p:sp>
        <p:nvSpPr>
          <p:cNvPr id="864" name="Google Shape;864;g321566f0535_0_787"/>
          <p:cNvSpPr txBox="1"/>
          <p:nvPr/>
        </p:nvSpPr>
        <p:spPr>
          <a:xfrm>
            <a:off x="6081825" y="39135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cxnSp>
        <p:nvCxnSpPr>
          <p:cNvPr id="865" name="Google Shape;865;g321566f0535_0_787"/>
          <p:cNvCxnSpPr/>
          <p:nvPr/>
        </p:nvCxnSpPr>
        <p:spPr>
          <a:xfrm rot="10800000">
            <a:off x="10387125" y="5437575"/>
            <a:ext cx="495300" cy="0"/>
          </a:xfrm>
          <a:prstGeom prst="straightConnector1">
            <a:avLst/>
          </a:prstGeom>
          <a:noFill/>
          <a:ln cap="flat" cmpd="sng" w="25400">
            <a:solidFill>
              <a:schemeClr val="dk1"/>
            </a:solidFill>
            <a:prstDash val="solid"/>
            <a:miter lim="800000"/>
            <a:headEnd len="sm" w="sm" type="none"/>
            <a:tailEnd len="sm" w="sm" type="none"/>
          </a:ln>
        </p:spPr>
      </p:cxnSp>
      <p:cxnSp>
        <p:nvCxnSpPr>
          <p:cNvPr id="866" name="Google Shape;866;g321566f0535_0_787"/>
          <p:cNvCxnSpPr/>
          <p:nvPr/>
        </p:nvCxnSpPr>
        <p:spPr>
          <a:xfrm>
            <a:off x="10768125" y="5704275"/>
            <a:ext cx="228600" cy="0"/>
          </a:xfrm>
          <a:prstGeom prst="straightConnector1">
            <a:avLst/>
          </a:prstGeom>
          <a:noFill/>
          <a:ln cap="flat" cmpd="sng" w="25400">
            <a:solidFill>
              <a:schemeClr val="dk1"/>
            </a:solidFill>
            <a:prstDash val="solid"/>
            <a:miter lim="800000"/>
            <a:headEnd len="sm" w="sm" type="none"/>
            <a:tailEnd len="sm" w="sm" type="none"/>
          </a:ln>
        </p:spPr>
      </p:cxnSp>
      <p:cxnSp>
        <p:nvCxnSpPr>
          <p:cNvPr id="867" name="Google Shape;867;g321566f0535_0_787"/>
          <p:cNvCxnSpPr/>
          <p:nvPr/>
        </p:nvCxnSpPr>
        <p:spPr>
          <a:xfrm>
            <a:off x="10806225" y="5742375"/>
            <a:ext cx="152400" cy="0"/>
          </a:xfrm>
          <a:prstGeom prst="straightConnector1">
            <a:avLst/>
          </a:prstGeom>
          <a:noFill/>
          <a:ln cap="flat" cmpd="sng" w="25400">
            <a:solidFill>
              <a:schemeClr val="dk1"/>
            </a:solidFill>
            <a:prstDash val="solid"/>
            <a:miter lim="800000"/>
            <a:headEnd len="sm" w="sm" type="none"/>
            <a:tailEnd len="sm" w="sm" type="none"/>
          </a:ln>
        </p:spPr>
      </p:cxnSp>
      <p:cxnSp>
        <p:nvCxnSpPr>
          <p:cNvPr id="868" name="Google Shape;868;g321566f0535_0_787"/>
          <p:cNvCxnSpPr/>
          <p:nvPr/>
        </p:nvCxnSpPr>
        <p:spPr>
          <a:xfrm rot="10800000">
            <a:off x="10844325" y="5780475"/>
            <a:ext cx="76200" cy="0"/>
          </a:xfrm>
          <a:prstGeom prst="straightConnector1">
            <a:avLst/>
          </a:prstGeom>
          <a:noFill/>
          <a:ln cap="flat" cmpd="sng" w="25400">
            <a:solidFill>
              <a:schemeClr val="dk1"/>
            </a:solidFill>
            <a:prstDash val="solid"/>
            <a:miter lim="800000"/>
            <a:headEnd len="sm" w="sm" type="none"/>
            <a:tailEnd len="sm" w="sm" type="none"/>
          </a:ln>
        </p:spPr>
      </p:cxnSp>
      <p:cxnSp>
        <p:nvCxnSpPr>
          <p:cNvPr id="869" name="Google Shape;869;g321566f0535_0_787"/>
          <p:cNvCxnSpPr/>
          <p:nvPr/>
        </p:nvCxnSpPr>
        <p:spPr>
          <a:xfrm rot="10800000">
            <a:off x="10882425" y="5437575"/>
            <a:ext cx="0" cy="266700"/>
          </a:xfrm>
          <a:prstGeom prst="straightConnector1">
            <a:avLst/>
          </a:prstGeom>
          <a:noFill/>
          <a:ln cap="flat" cmpd="sng" w="25400">
            <a:solidFill>
              <a:schemeClr val="dk1"/>
            </a:solidFill>
            <a:prstDash val="solid"/>
            <a:miter lim="800000"/>
            <a:headEnd len="sm" w="sm" type="none"/>
            <a:tailEnd len="sm" w="sm" type="none"/>
          </a:ln>
        </p:spPr>
      </p:cxnSp>
      <p:cxnSp>
        <p:nvCxnSpPr>
          <p:cNvPr id="870" name="Google Shape;870;g321566f0535_0_787"/>
          <p:cNvCxnSpPr/>
          <p:nvPr/>
        </p:nvCxnSpPr>
        <p:spPr>
          <a:xfrm rot="10800000">
            <a:off x="6691425" y="5437575"/>
            <a:ext cx="3390900" cy="0"/>
          </a:xfrm>
          <a:prstGeom prst="straightConnector1">
            <a:avLst/>
          </a:prstGeom>
          <a:noFill/>
          <a:ln cap="flat" cmpd="sng" w="25400">
            <a:solidFill>
              <a:schemeClr val="dk1"/>
            </a:solidFill>
            <a:prstDash val="solid"/>
            <a:miter lim="800000"/>
            <a:headEnd len="sm" w="sm" type="none"/>
            <a:tailEnd len="sm" w="sm" type="none"/>
          </a:ln>
        </p:spPr>
      </p:cxnSp>
      <p:cxnSp>
        <p:nvCxnSpPr>
          <p:cNvPr id="871" name="Google Shape;871;g321566f0535_0_787"/>
          <p:cNvCxnSpPr/>
          <p:nvPr/>
        </p:nvCxnSpPr>
        <p:spPr>
          <a:xfrm rot="10800000">
            <a:off x="10006125" y="5361375"/>
            <a:ext cx="457200" cy="0"/>
          </a:xfrm>
          <a:prstGeom prst="straightConnector1">
            <a:avLst/>
          </a:prstGeom>
          <a:noFill/>
          <a:ln cap="flat" cmpd="sng" w="25400">
            <a:solidFill>
              <a:schemeClr val="dk1"/>
            </a:solidFill>
            <a:prstDash val="solid"/>
            <a:miter lim="800000"/>
            <a:headEnd len="sm" w="sm" type="none"/>
            <a:tailEnd len="sm" w="sm" type="none"/>
          </a:ln>
        </p:spPr>
      </p:cxnSp>
      <p:sp>
        <p:nvSpPr>
          <p:cNvPr id="872" name="Google Shape;872;g321566f0535_0_787"/>
          <p:cNvSpPr/>
          <p:nvPr/>
        </p:nvSpPr>
        <p:spPr>
          <a:xfrm flipH="1">
            <a:off x="10101375" y="5282200"/>
            <a:ext cx="304800" cy="338700"/>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73" name="Google Shape;873;g321566f0535_0_787"/>
          <p:cNvSpPr txBox="1"/>
          <p:nvPr/>
        </p:nvSpPr>
        <p:spPr>
          <a:xfrm>
            <a:off x="6043725" y="52470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cxnSp>
        <p:nvCxnSpPr>
          <p:cNvPr id="874" name="Google Shape;874;g321566f0535_0_787"/>
          <p:cNvCxnSpPr/>
          <p:nvPr/>
        </p:nvCxnSpPr>
        <p:spPr>
          <a:xfrm flipH="1" rot="10800000">
            <a:off x="8063025" y="5475675"/>
            <a:ext cx="76200" cy="76200"/>
          </a:xfrm>
          <a:prstGeom prst="straightConnector1">
            <a:avLst/>
          </a:prstGeom>
          <a:noFill/>
          <a:ln cap="flat" cmpd="sng" w="25400">
            <a:solidFill>
              <a:schemeClr val="dk1"/>
            </a:solidFill>
            <a:prstDash val="solid"/>
            <a:miter lim="800000"/>
            <a:headEnd len="sm" w="sm" type="none"/>
            <a:tailEnd len="med" w="med" type="triangle"/>
          </a:ln>
        </p:spPr>
      </p:cxnSp>
      <p:cxnSp>
        <p:nvCxnSpPr>
          <p:cNvPr id="875" name="Google Shape;875;g321566f0535_0_787"/>
          <p:cNvCxnSpPr/>
          <p:nvPr/>
        </p:nvCxnSpPr>
        <p:spPr>
          <a:xfrm flipH="1" rot="10800000">
            <a:off x="8139225" y="5551875"/>
            <a:ext cx="76200" cy="76200"/>
          </a:xfrm>
          <a:prstGeom prst="straightConnector1">
            <a:avLst/>
          </a:prstGeom>
          <a:noFill/>
          <a:ln cap="flat" cmpd="sng" w="25400">
            <a:solidFill>
              <a:schemeClr val="dk1"/>
            </a:solidFill>
            <a:prstDash val="solid"/>
            <a:miter lim="800000"/>
            <a:headEnd len="sm" w="sm" type="none"/>
            <a:tailEnd len="med" w="med" type="triangle"/>
          </a:ln>
        </p:spPr>
      </p:cxnSp>
      <p:sp>
        <p:nvSpPr>
          <p:cNvPr id="876" name="Google Shape;876;g321566f0535_0_787"/>
          <p:cNvSpPr txBox="1"/>
          <p:nvPr/>
        </p:nvSpPr>
        <p:spPr>
          <a:xfrm>
            <a:off x="6043725" y="5704275"/>
            <a:ext cx="6336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GPIO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5"/>
          <p:cNvSpPr txBox="1"/>
          <p:nvPr>
            <p:ph type="title"/>
          </p:nvPr>
        </p:nvSpPr>
        <p:spPr>
          <a:xfrm>
            <a:off x="609600" y="228600"/>
            <a:ext cx="10972800" cy="91440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66F8B"/>
              </a:buClr>
              <a:buSzPts val="3200"/>
              <a:buFont typeface="Arial"/>
              <a:buNone/>
            </a:pPr>
            <a:r>
              <a:rPr lang="en-US"/>
              <a:t>Mechanical Drawing</a:t>
            </a:r>
            <a:endParaRPr/>
          </a:p>
        </p:txBody>
      </p:sp>
      <p:sp>
        <p:nvSpPr>
          <p:cNvPr id="882" name="Google Shape;882;p5"/>
          <p:cNvSpPr txBox="1"/>
          <p:nvPr/>
        </p:nvSpPr>
        <p:spPr>
          <a:xfrm>
            <a:off x="1931900" y="5359275"/>
            <a:ext cx="979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FRONT</a:t>
            </a:r>
            <a:endParaRPr/>
          </a:p>
        </p:txBody>
      </p:sp>
      <p:sp>
        <p:nvSpPr>
          <p:cNvPr id="883" name="Google Shape;883;p5"/>
          <p:cNvSpPr txBox="1"/>
          <p:nvPr/>
        </p:nvSpPr>
        <p:spPr>
          <a:xfrm>
            <a:off x="8857400" y="5475275"/>
            <a:ext cx="813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BACK</a:t>
            </a:r>
            <a:endParaRPr/>
          </a:p>
        </p:txBody>
      </p:sp>
      <p:sp>
        <p:nvSpPr>
          <p:cNvPr id="884" name="Google Shape;884;p5"/>
          <p:cNvSpPr/>
          <p:nvPr/>
        </p:nvSpPr>
        <p:spPr>
          <a:xfrm>
            <a:off x="423375" y="2746100"/>
            <a:ext cx="2986800" cy="72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5" name="Google Shape;885;p5"/>
          <p:cNvSpPr/>
          <p:nvPr/>
        </p:nvSpPr>
        <p:spPr>
          <a:xfrm>
            <a:off x="3410175" y="2355350"/>
            <a:ext cx="2261700" cy="150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6" name="Google Shape;886;p5"/>
          <p:cNvSpPr/>
          <p:nvPr/>
        </p:nvSpPr>
        <p:spPr>
          <a:xfrm>
            <a:off x="6476850" y="2837975"/>
            <a:ext cx="2986800" cy="726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7" name="Google Shape;887;p5"/>
          <p:cNvSpPr/>
          <p:nvPr/>
        </p:nvSpPr>
        <p:spPr>
          <a:xfrm>
            <a:off x="9463650" y="2446500"/>
            <a:ext cx="2261700" cy="150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8" name="Google Shape;888;p5"/>
          <p:cNvSpPr txBox="1"/>
          <p:nvPr/>
        </p:nvSpPr>
        <p:spPr>
          <a:xfrm>
            <a:off x="9557700" y="3564275"/>
            <a:ext cx="2403900" cy="97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rPr>
              <a:t>Pocket Beagle</a:t>
            </a:r>
            <a:endParaRPr sz="2000">
              <a:solidFill>
                <a:schemeClr val="dk1"/>
              </a:solidFill>
            </a:endParaRPr>
          </a:p>
        </p:txBody>
      </p:sp>
      <p:sp>
        <p:nvSpPr>
          <p:cNvPr id="889" name="Google Shape;889;p5"/>
          <p:cNvSpPr/>
          <p:nvPr/>
        </p:nvSpPr>
        <p:spPr>
          <a:xfrm>
            <a:off x="9670400" y="2743200"/>
            <a:ext cx="1681800" cy="914400"/>
          </a:xfrm>
          <a:prstGeom prst="rect">
            <a:avLst/>
          </a:prstGeom>
          <a:solidFill>
            <a:srgbClr val="00B0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0" name="Google Shape;890;p5"/>
          <p:cNvSpPr/>
          <p:nvPr/>
        </p:nvSpPr>
        <p:spPr>
          <a:xfrm>
            <a:off x="488625" y="2833100"/>
            <a:ext cx="2856300" cy="552300"/>
          </a:xfrm>
          <a:prstGeom prst="rect">
            <a:avLst/>
          </a:prstGeom>
          <a:solidFill>
            <a:srgbClr val="00B0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5"/>
          <p:cNvSpPr txBox="1"/>
          <p:nvPr/>
        </p:nvSpPr>
        <p:spPr>
          <a:xfrm>
            <a:off x="539350" y="3645025"/>
            <a:ext cx="226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rPr>
              <a:t>Groove water sensor</a:t>
            </a:r>
            <a:endParaRPr sz="2000">
              <a:solidFill>
                <a:schemeClr val="dk1"/>
              </a:solidFill>
            </a:endParaRPr>
          </a:p>
        </p:txBody>
      </p:sp>
      <p:sp>
        <p:nvSpPr>
          <p:cNvPr id="892" name="Google Shape;892;p5"/>
          <p:cNvSpPr/>
          <p:nvPr/>
        </p:nvSpPr>
        <p:spPr>
          <a:xfrm>
            <a:off x="4845550" y="2659100"/>
            <a:ext cx="206700" cy="206700"/>
          </a:xfrm>
          <a:prstGeom prst="ellipse">
            <a:avLst/>
          </a:prstGeom>
          <a:solidFill>
            <a:srgbClr val="00B0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3" name="Google Shape;893;p5"/>
          <p:cNvSpPr/>
          <p:nvPr/>
        </p:nvSpPr>
        <p:spPr>
          <a:xfrm>
            <a:off x="4840163" y="3325650"/>
            <a:ext cx="206700" cy="206700"/>
          </a:xfrm>
          <a:prstGeom prst="ellipse">
            <a:avLst/>
          </a:prstGeom>
          <a:solidFill>
            <a:srgbClr val="00B0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4" name="Google Shape;894;p5"/>
          <p:cNvSpPr txBox="1"/>
          <p:nvPr/>
        </p:nvSpPr>
        <p:spPr>
          <a:xfrm>
            <a:off x="4356263" y="2837975"/>
            <a:ext cx="1174500" cy="36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rPr>
              <a:t>LEDS</a:t>
            </a:r>
            <a:endParaRPr sz="2000">
              <a:solidFill>
                <a:schemeClr val="dk1"/>
              </a:solidFill>
            </a:endParaRPr>
          </a:p>
        </p:txBody>
      </p:sp>
      <p:sp>
        <p:nvSpPr>
          <p:cNvPr id="895" name="Google Shape;895;p5"/>
          <p:cNvSpPr/>
          <p:nvPr/>
        </p:nvSpPr>
        <p:spPr>
          <a:xfrm>
            <a:off x="5124875" y="2924600"/>
            <a:ext cx="405900" cy="369300"/>
          </a:xfrm>
          <a:prstGeom prst="rect">
            <a:avLst/>
          </a:prstGeom>
          <a:solidFill>
            <a:srgbClr val="00B0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5"/>
          <p:cNvSpPr txBox="1"/>
          <p:nvPr/>
        </p:nvSpPr>
        <p:spPr>
          <a:xfrm rot="5400000">
            <a:off x="5134725" y="3104300"/>
            <a:ext cx="1527300" cy="45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rPr>
              <a:t>Button</a:t>
            </a:r>
            <a:endParaRPr sz="2000">
              <a:solidFill>
                <a:schemeClr val="dk1"/>
              </a:solidFill>
            </a:endParaRPr>
          </a:p>
        </p:txBody>
      </p:sp>
      <p:sp>
        <p:nvSpPr>
          <p:cNvPr id="897" name="Google Shape;897;p5"/>
          <p:cNvSpPr/>
          <p:nvPr/>
        </p:nvSpPr>
        <p:spPr>
          <a:xfrm>
            <a:off x="3700125" y="2905600"/>
            <a:ext cx="552300" cy="552300"/>
          </a:xfrm>
          <a:prstGeom prst="ellipse">
            <a:avLst/>
          </a:prstGeom>
          <a:solidFill>
            <a:srgbClr val="00B0F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8" name="Google Shape;898;p5"/>
          <p:cNvSpPr txBox="1"/>
          <p:nvPr/>
        </p:nvSpPr>
        <p:spPr>
          <a:xfrm>
            <a:off x="3555150" y="2514125"/>
            <a:ext cx="1174500" cy="4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rPr>
              <a:t>Buzzer</a:t>
            </a:r>
            <a:endParaRPr sz="2000">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Diamond Grid 16x9">
  <a:themeElements>
    <a:clrScheme name="Custom 3">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iamond Grid 16x9">
  <a:themeElements>
    <a:clrScheme name="Custom 3">
      <a:dk1>
        <a:srgbClr val="000000"/>
      </a:dk1>
      <a:lt1>
        <a:srgbClr val="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000000"/>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DiamondGrid">
      <a:dk1>
        <a:srgbClr val="2D2E2D"/>
      </a:dk1>
      <a:lt1>
        <a:srgbClr val="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2018-01-09T20:24:50Z</dcterms:created>
  <dc:creator>Erik Welsh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